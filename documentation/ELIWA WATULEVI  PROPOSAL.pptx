
<file path=[Content_Types].xml><?xml version="1.0" encoding="utf-8"?>
<Types xmlns="http://schemas.openxmlformats.org/package/2006/content-types">
  <Default Extension="jpeg" ContentType="image/jpe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docMetadata/LabelInfo.xml" ContentType="application/vnd.ms-office.classificationlabel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5" Type="http://schemas.microsoft.com/office/2020/02/relationships/classificationlabels" Target="docMetadata/LabelInfo.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firstSlideNum="0" showSpecialPlsOnTitleSld="0" strictFirstAndLastChars="0" saveSubsetFonts="1" autoCompressPictures="0">
  <p:sldMasterIdLst>
    <p:sldMasterId id="2147483661" r:id="rId4"/>
  </p:sldMasterIdLst>
  <p:notesMasterIdLst>
    <p:notesMasterId r:id="rId12"/>
  </p:notesMasterIdLst>
  <p:handoutMasterIdLst>
    <p:handoutMasterId r:id="rId13"/>
  </p:handoutMasterIdLst>
  <p:sldIdLst>
    <p:sldId id="390" r:id="rId5"/>
    <p:sldId id="423" r:id="rId6"/>
    <p:sldId id="424" r:id="rId7"/>
    <p:sldId id="450" r:id="rId8"/>
    <p:sldId id="426" r:id="rId9"/>
    <p:sldId id="427" r:id="rId10"/>
    <p:sldId id="429" r:id="rId11"/>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EDE9E8"/>
    <a:srgbClr val="F1EDEB"/>
    <a:srgbClr val="EEEAE9"/>
    <a:srgbClr val="535C13"/>
    <a:srgbClr val="418AB3"/>
    <a:srgbClr val="2C145C"/>
    <a:srgbClr val="A20602"/>
    <a:srgbClr val="FFFFFF"/>
    <a:srgbClr val="F0F5D0"/>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4995" autoAdjust="0"/>
    <p:restoredTop sz="95388" autoAdjust="0"/>
  </p:normalViewPr>
  <p:slideViewPr>
    <p:cSldViewPr snapToGrid="0">
      <p:cViewPr>
        <p:scale>
          <a:sx n="75" d="100"/>
          <a:sy n="75" d="100"/>
        </p:scale>
        <p:origin x="691" y="-5"/>
      </p:cViewPr>
      <p:guideLst/>
    </p:cSldViewPr>
  </p:slideViewPr>
  <p:notesTextViewPr>
    <p:cViewPr>
      <p:scale>
        <a:sx n="1" d="1"/>
        <a:sy n="1" d="1"/>
      </p:scale>
      <p:origin x="0" y="0"/>
    </p:cViewPr>
  </p:notesTextViewPr>
  <p:notesViewPr>
    <p:cSldViewPr snapToGrid="0">
      <p:cViewPr varScale="1">
        <p:scale>
          <a:sx n="60" d="100"/>
          <a:sy n="60" d="100"/>
        </p:scale>
        <p:origin x="3187" y="43"/>
      </p:cViewPr>
      <p:guideLst/>
    </p:cSldViewPr>
  </p:notes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handoutMaster" Target="handoutMasters/handoutMaster1.xml"/><Relationship Id="rId3" Type="http://schemas.openxmlformats.org/officeDocument/2006/relationships/customXml" Target="../customXml/item3.xml"/><Relationship Id="rId7" Type="http://schemas.openxmlformats.org/officeDocument/2006/relationships/slide" Target="slides/slide3.xml"/><Relationship Id="rId12" Type="http://schemas.openxmlformats.org/officeDocument/2006/relationships/notesMaster" Target="notesMasters/notesMaster1.xml"/><Relationship Id="rId17" Type="http://schemas.openxmlformats.org/officeDocument/2006/relationships/tableStyles" Target="tableStyles.xml"/><Relationship Id="rId2" Type="http://schemas.openxmlformats.org/officeDocument/2006/relationships/customXml" Target="../customXml/item2.xml"/><Relationship Id="rId16" Type="http://schemas.openxmlformats.org/officeDocument/2006/relationships/theme" Target="theme/theme1.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5" Type="http://schemas.openxmlformats.org/officeDocument/2006/relationships/slide" Target="slides/slide1.xml"/><Relationship Id="rId15" Type="http://schemas.openxmlformats.org/officeDocument/2006/relationships/viewProps" Target="viewProps.xml"/><Relationship Id="rId10" Type="http://schemas.openxmlformats.org/officeDocument/2006/relationships/slide" Target="slides/slide6.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presProps" Target="presProps.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0CC5FF20-094C-4B4C-8503-77856AD48DED}"/>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dirty="0"/>
          </a:p>
        </p:txBody>
      </p:sp>
      <p:sp>
        <p:nvSpPr>
          <p:cNvPr id="3" name="Date Placeholder 2">
            <a:extLst>
              <a:ext uri="{FF2B5EF4-FFF2-40B4-BE49-F238E27FC236}">
                <a16:creationId xmlns:a16="http://schemas.microsoft.com/office/drawing/2014/main" id="{BBAB9C37-3162-492E-B7A4-B3468F930DA9}"/>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1963D420-8D24-4DB9-A857-19EF607B88A8}" type="datetimeFigureOut">
              <a:rPr lang="en-US" smtClean="0"/>
              <a:t>3/30/2026</a:t>
            </a:fld>
            <a:endParaRPr lang="en-US" dirty="0"/>
          </a:p>
        </p:txBody>
      </p:sp>
      <p:sp>
        <p:nvSpPr>
          <p:cNvPr id="4" name="Footer Placeholder 3">
            <a:extLst>
              <a:ext uri="{FF2B5EF4-FFF2-40B4-BE49-F238E27FC236}">
                <a16:creationId xmlns:a16="http://schemas.microsoft.com/office/drawing/2014/main" id="{0C5772A6-A2D0-4E9E-A5BB-A4C5956808FC}"/>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dirty="0"/>
          </a:p>
        </p:txBody>
      </p:sp>
      <p:sp>
        <p:nvSpPr>
          <p:cNvPr id="5" name="Slide Number Placeholder 4">
            <a:extLst>
              <a:ext uri="{FF2B5EF4-FFF2-40B4-BE49-F238E27FC236}">
                <a16:creationId xmlns:a16="http://schemas.microsoft.com/office/drawing/2014/main" id="{513B8032-AFD5-4AF4-B658-6795E74657AB}"/>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1D7D5C99-9F83-458D-90B6-E6ED176E747E}" type="slidenum">
              <a:rPr lang="en-US" smtClean="0"/>
              <a:t>‹#›</a:t>
            </a:fld>
            <a:endParaRPr lang="en-US" dirty="0"/>
          </a:p>
        </p:txBody>
      </p:sp>
    </p:spTree>
    <p:extLst>
      <p:ext uri="{BB962C8B-B14F-4D97-AF65-F5344CB8AC3E}">
        <p14:creationId xmlns:p14="http://schemas.microsoft.com/office/powerpoint/2010/main" val="2101321209"/>
      </p:ext>
    </p:extLst>
  </p:cSld>
  <p:clrMap bg1="lt1" tx1="dk1" bg2="lt2" tx2="dk2" accent1="accent1" accent2="accent2" accent3="accent3" accent4="accent4" accent5="accent5" accent6="accent6" hlink="hlink" folHlink="folHlink"/>
  <p:hf hdr="0" ftr="0" dt="0"/>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dirty="0"/>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E5D840FA-1869-4E60-9E07-29E4497986F1}" type="datetimeFigureOut">
              <a:rPr lang="en-US" smtClean="0"/>
              <a:t>3/30/2026</a:t>
            </a:fld>
            <a:endParaRPr lang="en-US" dirty="0"/>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dirty="0"/>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dirty="0"/>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499B8ACA-7904-40BD-B38E-FD81EA5319F6}" type="slidenum">
              <a:rPr lang="en-US" smtClean="0"/>
              <a:t>‹#›</a:t>
            </a:fld>
            <a:endParaRPr lang="en-US" dirty="0"/>
          </a:p>
        </p:txBody>
      </p:sp>
    </p:spTree>
    <p:extLst>
      <p:ext uri="{BB962C8B-B14F-4D97-AF65-F5344CB8AC3E}">
        <p14:creationId xmlns:p14="http://schemas.microsoft.com/office/powerpoint/2010/main" val="3206622401"/>
      </p:ext>
    </p:extLst>
  </p:cSld>
  <p:clrMap bg1="lt1" tx1="dk1" bg2="lt2" tx2="dk2" accent1="accent1" accent2="accent2" accent3="accent3" accent4="accent4" accent5="accent5" accent6="accent6" hlink="hlink" folHlink="folHlink"/>
  <p:hf hdr="0" ftr="0" dt="0"/>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499B8ACA-7904-40BD-B38E-FD81EA5319F6}" type="slidenum">
              <a:rPr lang="en-US" smtClean="0"/>
              <a:t>0</a:t>
            </a:fld>
            <a:endParaRPr lang="en-US" dirty="0"/>
          </a:p>
        </p:txBody>
      </p:sp>
    </p:spTree>
    <p:extLst>
      <p:ext uri="{BB962C8B-B14F-4D97-AF65-F5344CB8AC3E}">
        <p14:creationId xmlns:p14="http://schemas.microsoft.com/office/powerpoint/2010/main" val="177413035"/>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Title">
    <p:spTree>
      <p:nvGrpSpPr>
        <p:cNvPr id="1" name=""/>
        <p:cNvGrpSpPr/>
        <p:nvPr/>
      </p:nvGrpSpPr>
      <p:grpSpPr>
        <a:xfrm>
          <a:off x="0" y="0"/>
          <a:ext cx="0" cy="0"/>
          <a:chOff x="0" y="0"/>
          <a:chExt cx="0" cy="0"/>
        </a:xfrm>
      </p:grpSpPr>
      <p:sp>
        <p:nvSpPr>
          <p:cNvPr id="5" name="Picture Placeholder 4">
            <a:extLst>
              <a:ext uri="{FF2B5EF4-FFF2-40B4-BE49-F238E27FC236}">
                <a16:creationId xmlns:a16="http://schemas.microsoft.com/office/drawing/2014/main" id="{1AB1659C-931B-4D88-9E3F-38E165785555}"/>
              </a:ext>
              <a:ext uri="{C183D7F6-B498-43B3-948B-1728B52AA6E4}">
                <adec:decorative xmlns:adec="http://schemas.microsoft.com/office/drawing/2017/decorative" val="0"/>
              </a:ext>
            </a:extLst>
          </p:cNvPr>
          <p:cNvSpPr>
            <a:spLocks noGrp="1"/>
          </p:cNvSpPr>
          <p:nvPr>
            <p:ph type="pic" sz="quarter" idx="10" hasCustomPrompt="1"/>
          </p:nvPr>
        </p:nvSpPr>
        <p:spPr>
          <a:xfrm>
            <a:off x="0" y="0"/>
            <a:ext cx="12192000" cy="6858000"/>
          </a:xfrm>
        </p:spPr>
        <p:txBody>
          <a:bodyPr anchor="ctr"/>
          <a:lstStyle>
            <a:lvl1pPr marL="0" indent="0" algn="ctr">
              <a:buNone/>
              <a:defRPr/>
            </a:lvl1pPr>
          </a:lstStyle>
          <a:p>
            <a:r>
              <a:rPr lang="en-US" dirty="0"/>
              <a:t>Add a picture </a:t>
            </a:r>
          </a:p>
        </p:txBody>
      </p:sp>
      <p:sp>
        <p:nvSpPr>
          <p:cNvPr id="2" name="Title 1">
            <a:extLst>
              <a:ext uri="{FF2B5EF4-FFF2-40B4-BE49-F238E27FC236}">
                <a16:creationId xmlns:a16="http://schemas.microsoft.com/office/drawing/2014/main" id="{9434CD67-C668-42E8-AC37-E29C76B0242B}"/>
              </a:ext>
            </a:extLst>
          </p:cNvPr>
          <p:cNvSpPr>
            <a:spLocks noGrp="1"/>
          </p:cNvSpPr>
          <p:nvPr>
            <p:ph type="ctrTitle" hasCustomPrompt="1"/>
          </p:nvPr>
        </p:nvSpPr>
        <p:spPr>
          <a:xfrm>
            <a:off x="457200" y="457200"/>
            <a:ext cx="11201400" cy="1097280"/>
          </a:xfrm>
          <a:prstGeom prst="rect">
            <a:avLst/>
          </a:prstGeom>
        </p:spPr>
        <p:txBody>
          <a:bodyPr tIns="0" anchor="t" anchorCtr="0">
            <a:noAutofit/>
          </a:bodyPr>
          <a:lstStyle>
            <a:lvl1pPr algn="l">
              <a:defRPr sz="7200" b="1" i="1" spc="100" baseline="0">
                <a:solidFill>
                  <a:schemeClr val="tx1">
                    <a:lumMod val="85000"/>
                    <a:lumOff val="15000"/>
                  </a:schemeClr>
                </a:solidFill>
                <a:latin typeface="+mj-lt"/>
              </a:defRPr>
            </a:lvl1pPr>
          </a:lstStyle>
          <a:p>
            <a:r>
              <a:rPr lang="en-US" dirty="0"/>
              <a:t>Click to add title</a:t>
            </a:r>
          </a:p>
        </p:txBody>
      </p:sp>
      <p:sp>
        <p:nvSpPr>
          <p:cNvPr id="3" name="Subtitle 2">
            <a:extLst>
              <a:ext uri="{FF2B5EF4-FFF2-40B4-BE49-F238E27FC236}">
                <a16:creationId xmlns:a16="http://schemas.microsoft.com/office/drawing/2014/main" id="{44FD748F-42E3-495F-974D-1BDF0F1FA527}"/>
              </a:ext>
            </a:extLst>
          </p:cNvPr>
          <p:cNvSpPr>
            <a:spLocks noGrp="1"/>
          </p:cNvSpPr>
          <p:nvPr>
            <p:ph type="subTitle" idx="1" hasCustomPrompt="1"/>
          </p:nvPr>
        </p:nvSpPr>
        <p:spPr>
          <a:xfrm>
            <a:off x="457201" y="1554480"/>
            <a:ext cx="11201400" cy="638022"/>
          </a:xfrm>
        </p:spPr>
        <p:txBody>
          <a:bodyPr>
            <a:normAutofit/>
          </a:bodyPr>
          <a:lstStyle>
            <a:lvl1pPr marL="0" indent="0" algn="l">
              <a:buNone/>
              <a:defRPr sz="1800" b="1" i="1" cap="none" spc="0" baseline="0">
                <a:solidFill>
                  <a:schemeClr val="tx1">
                    <a:lumMod val="85000"/>
                    <a:lumOff val="15000"/>
                  </a:schemeClr>
                </a:solidFill>
                <a:latin typeface="+mj-lt"/>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dirty="0"/>
              <a:t>Click to add subtitle</a:t>
            </a:r>
          </a:p>
        </p:txBody>
      </p:sp>
    </p:spTree>
    <p:extLst>
      <p:ext uri="{BB962C8B-B14F-4D97-AF65-F5344CB8AC3E}">
        <p14:creationId xmlns:p14="http://schemas.microsoft.com/office/powerpoint/2010/main" val="3095102497"/>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Recipe Layout 1">
    <p:spTree>
      <p:nvGrpSpPr>
        <p:cNvPr id="1" name=""/>
        <p:cNvGrpSpPr/>
        <p:nvPr/>
      </p:nvGrpSpPr>
      <p:grpSpPr>
        <a:xfrm>
          <a:off x="0" y="0"/>
          <a:ext cx="0" cy="0"/>
          <a:chOff x="0" y="0"/>
          <a:chExt cx="0" cy="0"/>
        </a:xfrm>
      </p:grpSpPr>
      <p:sp>
        <p:nvSpPr>
          <p:cNvPr id="10" name="Title 1">
            <a:extLst>
              <a:ext uri="{FF2B5EF4-FFF2-40B4-BE49-F238E27FC236}">
                <a16:creationId xmlns:a16="http://schemas.microsoft.com/office/drawing/2014/main" id="{C5B73CD6-4AD9-41DA-9481-BA512E885FE5}"/>
              </a:ext>
            </a:extLst>
          </p:cNvPr>
          <p:cNvSpPr>
            <a:spLocks noGrp="1"/>
          </p:cNvSpPr>
          <p:nvPr>
            <p:ph type="title" hasCustomPrompt="1"/>
          </p:nvPr>
        </p:nvSpPr>
        <p:spPr>
          <a:xfrm>
            <a:off x="4453128" y="457200"/>
            <a:ext cx="6858000" cy="609411"/>
          </a:xfrm>
          <a:prstGeom prst="rect">
            <a:avLst/>
          </a:prstGeom>
        </p:spPr>
        <p:txBody>
          <a:bodyPr lIns="91440" tIns="0" bIns="0" anchor="t" anchorCtr="0">
            <a:noAutofit/>
          </a:bodyPr>
          <a:lstStyle>
            <a:lvl1pPr>
              <a:lnSpc>
                <a:spcPct val="90000"/>
              </a:lnSpc>
              <a:defRPr sz="3800">
                <a:solidFill>
                  <a:schemeClr val="tx1">
                    <a:lumMod val="85000"/>
                    <a:lumOff val="15000"/>
                  </a:schemeClr>
                </a:solidFill>
                <a:latin typeface="+mj-lt"/>
              </a:defRPr>
            </a:lvl1pPr>
          </a:lstStyle>
          <a:p>
            <a:r>
              <a:rPr lang="en-US" dirty="0"/>
              <a:t>Click to add title</a:t>
            </a:r>
          </a:p>
        </p:txBody>
      </p:sp>
      <p:sp>
        <p:nvSpPr>
          <p:cNvPr id="20" name="Subtitle 2">
            <a:extLst>
              <a:ext uri="{FF2B5EF4-FFF2-40B4-BE49-F238E27FC236}">
                <a16:creationId xmlns:a16="http://schemas.microsoft.com/office/drawing/2014/main" id="{F41F7CAD-B5BC-36F0-94FE-05FCE6E68801}"/>
              </a:ext>
            </a:extLst>
          </p:cNvPr>
          <p:cNvSpPr>
            <a:spLocks noGrp="1"/>
          </p:cNvSpPr>
          <p:nvPr>
            <p:ph type="subTitle" idx="11" hasCustomPrompt="1"/>
          </p:nvPr>
        </p:nvSpPr>
        <p:spPr>
          <a:xfrm>
            <a:off x="4453127" y="1234440"/>
            <a:ext cx="6857999" cy="365760"/>
          </a:xfrm>
        </p:spPr>
        <p:txBody>
          <a:bodyPr>
            <a:noAutofit/>
          </a:bodyPr>
          <a:lstStyle>
            <a:lvl1pPr marL="0" indent="0" algn="l">
              <a:buNone/>
              <a:defRPr sz="1100" b="1" i="1">
                <a:solidFill>
                  <a:schemeClr val="tx1">
                    <a:lumMod val="85000"/>
                    <a:lumOff val="15000"/>
                  </a:schemeClr>
                </a:solidFill>
                <a:latin typeface="+mj-lt"/>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dirty="0"/>
              <a:t>Click to add subtitle</a:t>
            </a:r>
          </a:p>
        </p:txBody>
      </p:sp>
      <p:sp>
        <p:nvSpPr>
          <p:cNvPr id="4" name="Picture Placeholder 4">
            <a:extLst>
              <a:ext uri="{FF2B5EF4-FFF2-40B4-BE49-F238E27FC236}">
                <a16:creationId xmlns:a16="http://schemas.microsoft.com/office/drawing/2014/main" id="{E2097EA0-E1A4-437B-A23F-488927B95FE3}"/>
              </a:ext>
            </a:extLst>
          </p:cNvPr>
          <p:cNvSpPr>
            <a:spLocks noGrp="1"/>
          </p:cNvSpPr>
          <p:nvPr>
            <p:ph type="pic" sz="quarter" idx="10" hasCustomPrompt="1"/>
          </p:nvPr>
        </p:nvSpPr>
        <p:spPr>
          <a:xfrm>
            <a:off x="0" y="0"/>
            <a:ext cx="3971109" cy="6858000"/>
          </a:xfrm>
          <a:noFill/>
        </p:spPr>
        <p:txBody>
          <a:bodyPr anchor="ctr"/>
          <a:lstStyle>
            <a:lvl1pPr marL="0" indent="0" algn="ctr">
              <a:buNone/>
              <a:defRPr/>
            </a:lvl1pPr>
          </a:lstStyle>
          <a:p>
            <a:r>
              <a:rPr lang="en-US" dirty="0"/>
              <a:t>Add a picture </a:t>
            </a:r>
          </a:p>
        </p:txBody>
      </p:sp>
      <p:sp>
        <p:nvSpPr>
          <p:cNvPr id="22" name="Text Placeholder 3">
            <a:extLst>
              <a:ext uri="{FF2B5EF4-FFF2-40B4-BE49-F238E27FC236}">
                <a16:creationId xmlns:a16="http://schemas.microsoft.com/office/drawing/2014/main" id="{286B12DA-FA09-A9F6-13EE-795F5152B5B7}"/>
              </a:ext>
            </a:extLst>
          </p:cNvPr>
          <p:cNvSpPr>
            <a:spLocks noGrp="1"/>
          </p:cNvSpPr>
          <p:nvPr>
            <p:ph type="body" sz="half" idx="12" hasCustomPrompt="1"/>
          </p:nvPr>
        </p:nvSpPr>
        <p:spPr>
          <a:xfrm>
            <a:off x="4453128" y="1828800"/>
            <a:ext cx="3291840" cy="365760"/>
          </a:xfrm>
        </p:spPr>
        <p:txBody>
          <a:bodyPr>
            <a:noAutofit/>
          </a:bodyPr>
          <a:lstStyle>
            <a:lvl1pPr marL="0" indent="0" algn="l">
              <a:buNone/>
              <a:defRPr sz="1400" b="1" i="0" cap="all" spc="100" baseline="0">
                <a:solidFill>
                  <a:schemeClr val="tx1">
                    <a:lumMod val="85000"/>
                    <a:lumOff val="15000"/>
                  </a:schemeClr>
                </a:solidFill>
                <a:latin typeface="Franklin Gothic Medium" panose="020B0603020102020204" pitchFamily="34" charset="0"/>
              </a:defRPr>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dirty="0"/>
              <a:t>Click to add text</a:t>
            </a:r>
          </a:p>
        </p:txBody>
      </p:sp>
      <p:sp>
        <p:nvSpPr>
          <p:cNvPr id="23" name="Text Placeholder 3">
            <a:extLst>
              <a:ext uri="{FF2B5EF4-FFF2-40B4-BE49-F238E27FC236}">
                <a16:creationId xmlns:a16="http://schemas.microsoft.com/office/drawing/2014/main" id="{7360E21A-8528-AA7D-38F2-EF7EFC92CF36}"/>
              </a:ext>
            </a:extLst>
          </p:cNvPr>
          <p:cNvSpPr>
            <a:spLocks noGrp="1"/>
          </p:cNvSpPr>
          <p:nvPr>
            <p:ph type="body" sz="half" idx="13" hasCustomPrompt="1"/>
          </p:nvPr>
        </p:nvSpPr>
        <p:spPr>
          <a:xfrm>
            <a:off x="4453128" y="2194559"/>
            <a:ext cx="3291840" cy="2000923"/>
          </a:xfrm>
        </p:spPr>
        <p:txBody>
          <a:bodyPr numCol="1">
            <a:noAutofit/>
          </a:bodyPr>
          <a:lstStyle>
            <a:lvl1pPr marL="228600" indent="-228600" hangingPunct="0">
              <a:lnSpc>
                <a:spcPts val="1400"/>
              </a:lnSpc>
              <a:spcBef>
                <a:spcPts val="0"/>
              </a:spcBef>
              <a:spcAft>
                <a:spcPts val="700"/>
              </a:spcAft>
              <a:buFont typeface="Arial" panose="020B0604020202020204" pitchFamily="34" charset="0"/>
              <a:buChar char="•"/>
              <a:tabLst>
                <a:tab pos="112713" algn="r"/>
                <a:tab pos="233363" algn="l"/>
              </a:tabLst>
              <a:defRPr sz="1200">
                <a:solidFill>
                  <a:schemeClr val="tx1"/>
                </a:solidFill>
              </a:defRPr>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dirty="0"/>
              <a:t>Click to add text</a:t>
            </a:r>
          </a:p>
        </p:txBody>
      </p:sp>
      <p:sp>
        <p:nvSpPr>
          <p:cNvPr id="26" name="Text Placeholder 27">
            <a:extLst>
              <a:ext uri="{FF2B5EF4-FFF2-40B4-BE49-F238E27FC236}">
                <a16:creationId xmlns:a16="http://schemas.microsoft.com/office/drawing/2014/main" id="{EF397C28-0C1D-A853-FDE9-F0E8F3CE6ADA}"/>
              </a:ext>
            </a:extLst>
          </p:cNvPr>
          <p:cNvSpPr>
            <a:spLocks noGrp="1"/>
          </p:cNvSpPr>
          <p:nvPr>
            <p:ph type="body" sz="quarter" idx="16" hasCustomPrompt="1"/>
          </p:nvPr>
        </p:nvSpPr>
        <p:spPr>
          <a:xfrm>
            <a:off x="4453127" y="4447715"/>
            <a:ext cx="2382677" cy="1373775"/>
          </a:xfrm>
          <a:noFill/>
          <a:ln w="25400">
            <a:solidFill>
              <a:schemeClr val="bg2"/>
            </a:solidFill>
          </a:ln>
        </p:spPr>
        <p:txBody>
          <a:bodyPr lIns="182880" tIns="137160" rIns="182880" bIns="182880" anchor="t" anchorCtr="0">
            <a:noAutofit/>
          </a:bodyPr>
          <a:lstStyle>
            <a:lvl1pPr marL="0" indent="0" algn="l">
              <a:lnSpc>
                <a:spcPct val="100000"/>
              </a:lnSpc>
              <a:spcBef>
                <a:spcPts val="0"/>
              </a:spcBef>
              <a:buNone/>
              <a:defRPr sz="1400" b="1" i="0" cap="all" baseline="0">
                <a:solidFill>
                  <a:schemeClr val="accent2">
                    <a:lumMod val="50000"/>
                  </a:schemeClr>
                </a:solidFill>
                <a:latin typeface="Franklin Gothic Medium" panose="020B0603020102020204" pitchFamily="34" charset="0"/>
              </a:defRPr>
            </a:lvl1pPr>
            <a:lvl2pPr marL="457200" indent="0">
              <a:buNone/>
              <a:defRPr/>
            </a:lvl2pPr>
            <a:lvl3pPr marL="914400" indent="0">
              <a:buNone/>
              <a:defRPr/>
            </a:lvl3pPr>
            <a:lvl4pPr marL="1371600" indent="0">
              <a:buNone/>
              <a:defRPr/>
            </a:lvl4pPr>
            <a:lvl5pPr marL="1828800" indent="0">
              <a:buNone/>
              <a:defRPr/>
            </a:lvl5pPr>
          </a:lstStyle>
          <a:p>
            <a:pPr lvl="0"/>
            <a:r>
              <a:rPr lang="en-US" dirty="0"/>
              <a:t>Click to add text</a:t>
            </a:r>
          </a:p>
        </p:txBody>
      </p:sp>
      <p:sp>
        <p:nvSpPr>
          <p:cNvPr id="6" name="Text Placeholder 5">
            <a:extLst>
              <a:ext uri="{FF2B5EF4-FFF2-40B4-BE49-F238E27FC236}">
                <a16:creationId xmlns:a16="http://schemas.microsoft.com/office/drawing/2014/main" id="{75FF0A15-82B0-95DF-9F8F-19D2C68E1CC8}"/>
              </a:ext>
            </a:extLst>
          </p:cNvPr>
          <p:cNvSpPr>
            <a:spLocks noGrp="1"/>
          </p:cNvSpPr>
          <p:nvPr>
            <p:ph type="body" sz="quarter" idx="18" hasCustomPrompt="1"/>
          </p:nvPr>
        </p:nvSpPr>
        <p:spPr>
          <a:xfrm>
            <a:off x="4536228" y="4831975"/>
            <a:ext cx="2214282" cy="913533"/>
          </a:xfrm>
        </p:spPr>
        <p:txBody>
          <a:bodyPr/>
          <a:lstStyle>
            <a:lvl1pPr marL="0" indent="0">
              <a:buNone/>
              <a:defRPr sz="1200"/>
            </a:lvl1pPr>
            <a:lvl2pPr marL="457200" indent="0">
              <a:buNone/>
              <a:defRPr sz="1200"/>
            </a:lvl2pPr>
            <a:lvl3pPr marL="914400" indent="0">
              <a:buNone/>
              <a:defRPr sz="1200"/>
            </a:lvl3pPr>
            <a:lvl4pPr marL="1371600" indent="0">
              <a:buNone/>
              <a:defRPr sz="1200"/>
            </a:lvl4pPr>
            <a:lvl5pPr marL="1828800" indent="0">
              <a:buNone/>
              <a:defRPr sz="1200"/>
            </a:lvl5pPr>
          </a:lstStyle>
          <a:p>
            <a:pPr lvl="0"/>
            <a:r>
              <a:rPr lang="en-US" dirty="0"/>
              <a:t>Click to add text</a:t>
            </a:r>
          </a:p>
        </p:txBody>
      </p:sp>
      <p:sp>
        <p:nvSpPr>
          <p:cNvPr id="24" name="Text Placeholder 3">
            <a:extLst>
              <a:ext uri="{FF2B5EF4-FFF2-40B4-BE49-F238E27FC236}">
                <a16:creationId xmlns:a16="http://schemas.microsoft.com/office/drawing/2014/main" id="{D873DCFF-5889-873A-FEF4-22E59DC24696}"/>
              </a:ext>
            </a:extLst>
          </p:cNvPr>
          <p:cNvSpPr>
            <a:spLocks noGrp="1"/>
          </p:cNvSpPr>
          <p:nvPr>
            <p:ph type="body" sz="half" idx="14" hasCustomPrompt="1"/>
          </p:nvPr>
        </p:nvSpPr>
        <p:spPr>
          <a:xfrm>
            <a:off x="8001000" y="1828800"/>
            <a:ext cx="3291840" cy="365760"/>
          </a:xfrm>
        </p:spPr>
        <p:txBody>
          <a:bodyPr>
            <a:noAutofit/>
          </a:bodyPr>
          <a:lstStyle>
            <a:lvl1pPr marL="0" indent="0" algn="l">
              <a:buNone/>
              <a:defRPr sz="1400" b="1" i="0" cap="all" spc="100" baseline="0">
                <a:solidFill>
                  <a:schemeClr val="tx1">
                    <a:lumMod val="85000"/>
                    <a:lumOff val="15000"/>
                  </a:schemeClr>
                </a:solidFill>
                <a:latin typeface="Franklin Gothic Medium" panose="020B0603020102020204" pitchFamily="34" charset="0"/>
              </a:defRPr>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dirty="0"/>
              <a:t>Click to add text</a:t>
            </a:r>
          </a:p>
        </p:txBody>
      </p:sp>
      <p:sp>
        <p:nvSpPr>
          <p:cNvPr id="25" name="Text Placeholder 3">
            <a:extLst>
              <a:ext uri="{FF2B5EF4-FFF2-40B4-BE49-F238E27FC236}">
                <a16:creationId xmlns:a16="http://schemas.microsoft.com/office/drawing/2014/main" id="{5FAC96DB-FC65-87E4-1980-B1FF3C628DB0}"/>
              </a:ext>
            </a:extLst>
          </p:cNvPr>
          <p:cNvSpPr>
            <a:spLocks noGrp="1"/>
          </p:cNvSpPr>
          <p:nvPr>
            <p:ph type="body" sz="half" idx="15" hasCustomPrompt="1"/>
          </p:nvPr>
        </p:nvSpPr>
        <p:spPr>
          <a:xfrm>
            <a:off x="8001000" y="2194559"/>
            <a:ext cx="3291840" cy="3550949"/>
          </a:xfrm>
        </p:spPr>
        <p:txBody>
          <a:bodyPr numCol="1">
            <a:noAutofit/>
          </a:bodyPr>
          <a:lstStyle>
            <a:lvl1pPr marL="0" indent="0">
              <a:spcBef>
                <a:spcPts val="600"/>
              </a:spcBef>
              <a:spcAft>
                <a:spcPts val="1000"/>
              </a:spcAft>
              <a:buClr>
                <a:schemeClr val="accent2">
                  <a:lumMod val="50000"/>
                </a:schemeClr>
              </a:buClr>
              <a:buSzPct val="120000"/>
              <a:buFont typeface="+mj-lt"/>
              <a:buNone/>
              <a:defRPr sz="1200">
                <a:solidFill>
                  <a:schemeClr val="tx1"/>
                </a:solidFill>
              </a:defRPr>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dirty="0"/>
              <a:t>Click to add text</a:t>
            </a:r>
          </a:p>
        </p:txBody>
      </p:sp>
      <p:sp>
        <p:nvSpPr>
          <p:cNvPr id="27" name="Text Placeholder 3">
            <a:extLst>
              <a:ext uri="{FF2B5EF4-FFF2-40B4-BE49-F238E27FC236}">
                <a16:creationId xmlns:a16="http://schemas.microsoft.com/office/drawing/2014/main" id="{39717C9F-E573-041C-8212-A9E04D40638D}"/>
              </a:ext>
            </a:extLst>
          </p:cNvPr>
          <p:cNvSpPr>
            <a:spLocks noGrp="1"/>
          </p:cNvSpPr>
          <p:nvPr>
            <p:ph type="body" sz="half" idx="17" hasCustomPrompt="1"/>
          </p:nvPr>
        </p:nvSpPr>
        <p:spPr>
          <a:xfrm>
            <a:off x="4453127" y="6061039"/>
            <a:ext cx="6821425" cy="385480"/>
          </a:xfrm>
        </p:spPr>
        <p:txBody>
          <a:bodyPr bIns="0" numCol="1" anchor="t" anchorCtr="0">
            <a:noAutofit/>
          </a:bodyPr>
          <a:lstStyle>
            <a:lvl1pPr marL="0" indent="0">
              <a:lnSpc>
                <a:spcPts val="1400"/>
              </a:lnSpc>
              <a:buNone/>
              <a:defRPr sz="1000">
                <a:solidFill>
                  <a:schemeClr val="tx1"/>
                </a:solidFill>
              </a:defRPr>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dirty="0"/>
              <a:t>Click to add text</a:t>
            </a:r>
          </a:p>
        </p:txBody>
      </p:sp>
      <p:sp>
        <p:nvSpPr>
          <p:cNvPr id="16" name="Slide Number Placeholder 5">
            <a:extLst>
              <a:ext uri="{FF2B5EF4-FFF2-40B4-BE49-F238E27FC236}">
                <a16:creationId xmlns:a16="http://schemas.microsoft.com/office/drawing/2014/main" id="{7B87CD47-95A7-4ABC-AD12-8F916194D62B}"/>
              </a:ext>
            </a:extLst>
          </p:cNvPr>
          <p:cNvSpPr>
            <a:spLocks noGrp="1"/>
          </p:cNvSpPr>
          <p:nvPr>
            <p:ph type="sldNum" sz="quarter" idx="4"/>
          </p:nvPr>
        </p:nvSpPr>
        <p:spPr>
          <a:xfrm>
            <a:off x="11274552" y="6061039"/>
            <a:ext cx="457200" cy="385480"/>
          </a:xfrm>
          <a:prstGeom prst="rect">
            <a:avLst/>
          </a:prstGeom>
        </p:spPr>
        <p:txBody>
          <a:bodyPr vert="horz" lIns="0" tIns="0" rIns="0" bIns="0" rtlCol="0" anchor="b" anchorCtr="0"/>
          <a:lstStyle>
            <a:lvl1pPr algn="r">
              <a:lnSpc>
                <a:spcPts val="1680"/>
              </a:lnSpc>
              <a:defRPr sz="1600" b="1" i="1">
                <a:solidFill>
                  <a:schemeClr val="tx1">
                    <a:lumMod val="85000"/>
                    <a:lumOff val="15000"/>
                  </a:schemeClr>
                </a:solidFill>
                <a:latin typeface="+mj-lt"/>
              </a:defRPr>
            </a:lvl1pPr>
          </a:lstStyle>
          <a:p>
            <a:fld id="{745CA84A-544F-4B6B-BC9A-925394EE73B5}" type="slidenum">
              <a:rPr lang="en-US" smtClean="0"/>
              <a:pPr/>
              <a:t>‹#›</a:t>
            </a:fld>
            <a:endParaRPr lang="en-US" dirty="0"/>
          </a:p>
        </p:txBody>
      </p:sp>
    </p:spTree>
    <p:extLst>
      <p:ext uri="{BB962C8B-B14F-4D97-AF65-F5344CB8AC3E}">
        <p14:creationId xmlns:p14="http://schemas.microsoft.com/office/powerpoint/2010/main" val="747909190"/>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Recipe Layout 2">
    <p:spTree>
      <p:nvGrpSpPr>
        <p:cNvPr id="1" name=""/>
        <p:cNvGrpSpPr/>
        <p:nvPr/>
      </p:nvGrpSpPr>
      <p:grpSpPr>
        <a:xfrm>
          <a:off x="0" y="0"/>
          <a:ext cx="0" cy="0"/>
          <a:chOff x="0" y="0"/>
          <a:chExt cx="0" cy="0"/>
        </a:xfrm>
      </p:grpSpPr>
      <p:sp>
        <p:nvSpPr>
          <p:cNvPr id="18" name="Title 1">
            <a:extLst>
              <a:ext uri="{FF2B5EF4-FFF2-40B4-BE49-F238E27FC236}">
                <a16:creationId xmlns:a16="http://schemas.microsoft.com/office/drawing/2014/main" id="{6B7BA88D-F843-4122-A255-381B3A7EE79F}"/>
              </a:ext>
            </a:extLst>
          </p:cNvPr>
          <p:cNvSpPr>
            <a:spLocks noGrp="1"/>
          </p:cNvSpPr>
          <p:nvPr>
            <p:ph type="title" hasCustomPrompt="1"/>
          </p:nvPr>
        </p:nvSpPr>
        <p:spPr>
          <a:xfrm>
            <a:off x="4453128" y="457200"/>
            <a:ext cx="6858000" cy="731520"/>
          </a:xfrm>
          <a:prstGeom prst="rect">
            <a:avLst/>
          </a:prstGeom>
        </p:spPr>
        <p:txBody>
          <a:bodyPr lIns="91440" tIns="0" bIns="91440" anchor="t" anchorCtr="0">
            <a:noAutofit/>
          </a:bodyPr>
          <a:lstStyle>
            <a:lvl1pPr>
              <a:defRPr sz="3800">
                <a:solidFill>
                  <a:schemeClr val="tx1">
                    <a:lumMod val="85000"/>
                    <a:lumOff val="15000"/>
                  </a:schemeClr>
                </a:solidFill>
                <a:latin typeface="+mj-lt"/>
              </a:defRPr>
            </a:lvl1pPr>
          </a:lstStyle>
          <a:p>
            <a:r>
              <a:rPr lang="en-US" dirty="0"/>
              <a:t>Click to add title</a:t>
            </a:r>
          </a:p>
        </p:txBody>
      </p:sp>
      <p:sp>
        <p:nvSpPr>
          <p:cNvPr id="20" name="Subtitle 2">
            <a:extLst>
              <a:ext uri="{FF2B5EF4-FFF2-40B4-BE49-F238E27FC236}">
                <a16:creationId xmlns:a16="http://schemas.microsoft.com/office/drawing/2014/main" id="{14C40663-56FC-4BDA-A2FD-599A32A8CD21}"/>
              </a:ext>
            </a:extLst>
          </p:cNvPr>
          <p:cNvSpPr>
            <a:spLocks noGrp="1"/>
          </p:cNvSpPr>
          <p:nvPr>
            <p:ph type="subTitle" idx="10" hasCustomPrompt="1"/>
          </p:nvPr>
        </p:nvSpPr>
        <p:spPr>
          <a:xfrm>
            <a:off x="4453128" y="1234440"/>
            <a:ext cx="6858000" cy="365760"/>
          </a:xfrm>
        </p:spPr>
        <p:txBody>
          <a:bodyPr>
            <a:noAutofit/>
          </a:bodyPr>
          <a:lstStyle>
            <a:lvl1pPr marL="0" indent="0" algn="l">
              <a:buNone/>
              <a:defRPr sz="1100" b="1" i="1">
                <a:solidFill>
                  <a:schemeClr val="tx1">
                    <a:lumMod val="85000"/>
                    <a:lumOff val="15000"/>
                  </a:schemeClr>
                </a:solidFill>
                <a:latin typeface="+mj-lt"/>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dirty="0"/>
              <a:t>Click to add subtitle</a:t>
            </a:r>
          </a:p>
        </p:txBody>
      </p:sp>
      <p:sp>
        <p:nvSpPr>
          <p:cNvPr id="30" name="Picture Placeholder 29" descr="An empty placeholder to add an image. Click on the placeholder and select the image that you wish to add.">
            <a:extLst>
              <a:ext uri="{FF2B5EF4-FFF2-40B4-BE49-F238E27FC236}">
                <a16:creationId xmlns:a16="http://schemas.microsoft.com/office/drawing/2014/main" id="{69A9EAF2-ED61-42E4-B65B-25E4AA320B13}"/>
              </a:ext>
            </a:extLst>
          </p:cNvPr>
          <p:cNvSpPr>
            <a:spLocks noGrp="1"/>
          </p:cNvSpPr>
          <p:nvPr>
            <p:ph type="pic" sz="quarter" idx="17" hasCustomPrompt="1"/>
          </p:nvPr>
        </p:nvSpPr>
        <p:spPr>
          <a:xfrm>
            <a:off x="0" y="0"/>
            <a:ext cx="3968496" cy="6858000"/>
          </a:xfrm>
          <a:noFill/>
        </p:spPr>
        <p:txBody>
          <a:bodyPr anchor="ctr" anchorCtr="0"/>
          <a:lstStyle>
            <a:lvl1pPr marL="0" indent="0" algn="ctr">
              <a:buNone/>
              <a:defRPr/>
            </a:lvl1pPr>
          </a:lstStyle>
          <a:p>
            <a:r>
              <a:rPr lang="en-US" dirty="0"/>
              <a:t>Add a picture</a:t>
            </a:r>
          </a:p>
        </p:txBody>
      </p:sp>
      <p:sp>
        <p:nvSpPr>
          <p:cNvPr id="22" name="Text Placeholder 3">
            <a:extLst>
              <a:ext uri="{FF2B5EF4-FFF2-40B4-BE49-F238E27FC236}">
                <a16:creationId xmlns:a16="http://schemas.microsoft.com/office/drawing/2014/main" id="{425F942B-DAF3-40B3-B77F-A8C9BE692B7D}"/>
              </a:ext>
            </a:extLst>
          </p:cNvPr>
          <p:cNvSpPr>
            <a:spLocks noGrp="1"/>
          </p:cNvSpPr>
          <p:nvPr>
            <p:ph type="body" sz="half" idx="11" hasCustomPrompt="1"/>
          </p:nvPr>
        </p:nvSpPr>
        <p:spPr>
          <a:xfrm>
            <a:off x="4453128" y="1828800"/>
            <a:ext cx="3291840" cy="365760"/>
          </a:xfrm>
        </p:spPr>
        <p:txBody>
          <a:bodyPr>
            <a:noAutofit/>
          </a:bodyPr>
          <a:lstStyle>
            <a:lvl1pPr marL="0" indent="0" algn="l">
              <a:buNone/>
              <a:defRPr sz="1400" b="1" i="0" cap="all" spc="100" baseline="0">
                <a:solidFill>
                  <a:schemeClr val="tx1">
                    <a:lumMod val="85000"/>
                    <a:lumOff val="15000"/>
                  </a:schemeClr>
                </a:solidFill>
                <a:latin typeface="Franklin Gothic Medium" panose="020B0603020102020204" pitchFamily="34" charset="0"/>
              </a:defRPr>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dirty="0"/>
              <a:t>Click to add text</a:t>
            </a:r>
          </a:p>
        </p:txBody>
      </p:sp>
      <p:sp>
        <p:nvSpPr>
          <p:cNvPr id="23" name="Text Placeholder 3">
            <a:extLst>
              <a:ext uri="{FF2B5EF4-FFF2-40B4-BE49-F238E27FC236}">
                <a16:creationId xmlns:a16="http://schemas.microsoft.com/office/drawing/2014/main" id="{8FC874B6-474C-46DC-AB76-6E061A973B8A}"/>
              </a:ext>
            </a:extLst>
          </p:cNvPr>
          <p:cNvSpPr>
            <a:spLocks noGrp="1"/>
          </p:cNvSpPr>
          <p:nvPr>
            <p:ph type="body" sz="half" idx="12" hasCustomPrompt="1"/>
          </p:nvPr>
        </p:nvSpPr>
        <p:spPr>
          <a:xfrm>
            <a:off x="4453128" y="2194559"/>
            <a:ext cx="3291840" cy="3657600"/>
          </a:xfrm>
        </p:spPr>
        <p:txBody>
          <a:bodyPr numCol="1">
            <a:noAutofit/>
          </a:bodyPr>
          <a:lstStyle>
            <a:lvl1pPr marL="228600" indent="-228600">
              <a:lnSpc>
                <a:spcPts val="1400"/>
              </a:lnSpc>
              <a:spcBef>
                <a:spcPts val="0"/>
              </a:spcBef>
              <a:spcAft>
                <a:spcPts val="700"/>
              </a:spcAft>
              <a:buFont typeface="Arial" panose="020B0604020202020204" pitchFamily="34" charset="0"/>
              <a:buChar char="•"/>
              <a:tabLst/>
              <a:defRPr sz="1200">
                <a:solidFill>
                  <a:schemeClr val="tx1"/>
                </a:solidFill>
              </a:defRPr>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dirty="0"/>
              <a:t>Click to add text</a:t>
            </a:r>
          </a:p>
        </p:txBody>
      </p:sp>
      <p:sp>
        <p:nvSpPr>
          <p:cNvPr id="24" name="Text Placeholder 3">
            <a:extLst>
              <a:ext uri="{FF2B5EF4-FFF2-40B4-BE49-F238E27FC236}">
                <a16:creationId xmlns:a16="http://schemas.microsoft.com/office/drawing/2014/main" id="{C7B6AD5B-AEF5-4540-940C-B1E1FEA3BCAB}"/>
              </a:ext>
            </a:extLst>
          </p:cNvPr>
          <p:cNvSpPr>
            <a:spLocks noGrp="1"/>
          </p:cNvSpPr>
          <p:nvPr>
            <p:ph type="body" sz="half" idx="13" hasCustomPrompt="1"/>
          </p:nvPr>
        </p:nvSpPr>
        <p:spPr>
          <a:xfrm>
            <a:off x="8001000" y="1828800"/>
            <a:ext cx="3291840" cy="365760"/>
          </a:xfrm>
        </p:spPr>
        <p:txBody>
          <a:bodyPr>
            <a:noAutofit/>
          </a:bodyPr>
          <a:lstStyle>
            <a:lvl1pPr marL="0" indent="0" algn="l">
              <a:buNone/>
              <a:defRPr sz="1400" b="1" i="0" cap="all" spc="100" baseline="0">
                <a:solidFill>
                  <a:schemeClr val="tx1">
                    <a:lumMod val="85000"/>
                    <a:lumOff val="15000"/>
                  </a:schemeClr>
                </a:solidFill>
                <a:latin typeface="Franklin Gothic Medium" panose="020B0603020102020204" pitchFamily="34" charset="0"/>
              </a:defRPr>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dirty="0"/>
              <a:t>Click to add text</a:t>
            </a:r>
          </a:p>
        </p:txBody>
      </p:sp>
      <p:sp>
        <p:nvSpPr>
          <p:cNvPr id="25" name="Text Placeholder 3">
            <a:extLst>
              <a:ext uri="{FF2B5EF4-FFF2-40B4-BE49-F238E27FC236}">
                <a16:creationId xmlns:a16="http://schemas.microsoft.com/office/drawing/2014/main" id="{02D6ECAC-8814-4C60-BF83-103E85E412C4}"/>
              </a:ext>
            </a:extLst>
          </p:cNvPr>
          <p:cNvSpPr>
            <a:spLocks noGrp="1"/>
          </p:cNvSpPr>
          <p:nvPr>
            <p:ph type="body" sz="half" idx="14" hasCustomPrompt="1"/>
          </p:nvPr>
        </p:nvSpPr>
        <p:spPr>
          <a:xfrm>
            <a:off x="8001000" y="2194560"/>
            <a:ext cx="3291840" cy="2011680"/>
          </a:xfrm>
        </p:spPr>
        <p:txBody>
          <a:bodyPr numCol="1">
            <a:noAutofit/>
          </a:bodyPr>
          <a:lstStyle>
            <a:lvl1pPr marL="0" indent="0">
              <a:buClr>
                <a:schemeClr val="accent2">
                  <a:lumMod val="50000"/>
                </a:schemeClr>
              </a:buClr>
              <a:buSzPct val="120000"/>
              <a:buFont typeface="+mj-lt"/>
              <a:buNone/>
              <a:defRPr sz="1200">
                <a:solidFill>
                  <a:schemeClr val="tx1"/>
                </a:solidFill>
              </a:defRPr>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dirty="0"/>
              <a:t>Click to add text</a:t>
            </a:r>
          </a:p>
        </p:txBody>
      </p:sp>
      <p:sp>
        <p:nvSpPr>
          <p:cNvPr id="28" name="Text Placeholder 27">
            <a:extLst>
              <a:ext uri="{FF2B5EF4-FFF2-40B4-BE49-F238E27FC236}">
                <a16:creationId xmlns:a16="http://schemas.microsoft.com/office/drawing/2014/main" id="{2BBF59D2-23BC-4077-814F-E2E3AE580999}"/>
              </a:ext>
            </a:extLst>
          </p:cNvPr>
          <p:cNvSpPr>
            <a:spLocks noGrp="1"/>
          </p:cNvSpPr>
          <p:nvPr>
            <p:ph type="body" sz="quarter" idx="16" hasCustomPrompt="1"/>
          </p:nvPr>
        </p:nvSpPr>
        <p:spPr>
          <a:xfrm>
            <a:off x="8001000" y="4379256"/>
            <a:ext cx="2286000" cy="1472903"/>
          </a:xfrm>
          <a:noFill/>
          <a:ln w="25400">
            <a:solidFill>
              <a:schemeClr val="bg2"/>
            </a:solidFill>
          </a:ln>
        </p:spPr>
        <p:txBody>
          <a:bodyPr lIns="182880" tIns="182880" rIns="182880" bIns="182880" anchor="t" anchorCtr="0">
            <a:noAutofit/>
          </a:bodyPr>
          <a:lstStyle>
            <a:lvl1pPr marL="0" indent="0" algn="l">
              <a:lnSpc>
                <a:spcPct val="100000"/>
              </a:lnSpc>
              <a:spcBef>
                <a:spcPts val="0"/>
              </a:spcBef>
              <a:buNone/>
              <a:defRPr sz="1400" b="1" i="0" cap="all" baseline="0">
                <a:solidFill>
                  <a:schemeClr val="accent2">
                    <a:lumMod val="50000"/>
                  </a:schemeClr>
                </a:solidFill>
                <a:latin typeface="Franklin Gothic Medium" panose="020B0603020102020204" pitchFamily="34" charset="0"/>
              </a:defRPr>
            </a:lvl1pPr>
            <a:lvl2pPr marL="457200" indent="0">
              <a:buNone/>
              <a:defRPr/>
            </a:lvl2pPr>
            <a:lvl3pPr marL="914400" indent="0">
              <a:buNone/>
              <a:defRPr/>
            </a:lvl3pPr>
            <a:lvl4pPr marL="1371600" indent="0">
              <a:buNone/>
              <a:defRPr/>
            </a:lvl4pPr>
            <a:lvl5pPr marL="1828800" indent="0">
              <a:buNone/>
              <a:defRPr/>
            </a:lvl5pPr>
          </a:lstStyle>
          <a:p>
            <a:pPr lvl="0"/>
            <a:r>
              <a:rPr lang="en-US" dirty="0"/>
              <a:t>Click to add text</a:t>
            </a:r>
          </a:p>
        </p:txBody>
      </p:sp>
      <p:sp>
        <p:nvSpPr>
          <p:cNvPr id="6" name="Text Placeholder 5">
            <a:extLst>
              <a:ext uri="{FF2B5EF4-FFF2-40B4-BE49-F238E27FC236}">
                <a16:creationId xmlns:a16="http://schemas.microsoft.com/office/drawing/2014/main" id="{0D26317B-51D7-0B25-F2DE-D12AF43DC82A}"/>
              </a:ext>
            </a:extLst>
          </p:cNvPr>
          <p:cNvSpPr>
            <a:spLocks noGrp="1"/>
          </p:cNvSpPr>
          <p:nvPr>
            <p:ph type="body" sz="quarter" idx="18" hasCustomPrompt="1"/>
          </p:nvPr>
        </p:nvSpPr>
        <p:spPr>
          <a:xfrm>
            <a:off x="8104372" y="4831415"/>
            <a:ext cx="2102035" cy="923926"/>
          </a:xfrm>
        </p:spPr>
        <p:txBody>
          <a:bodyPr/>
          <a:lstStyle>
            <a:lvl1pPr marL="0" indent="0">
              <a:buNone/>
              <a:defRPr sz="1200">
                <a:solidFill>
                  <a:schemeClr val="tx1"/>
                </a:solidFill>
              </a:defRPr>
            </a:lvl1pPr>
            <a:lvl2pPr marL="457200" indent="0">
              <a:buNone/>
              <a:defRPr sz="1200"/>
            </a:lvl2pPr>
            <a:lvl3pPr marL="914400" indent="0">
              <a:buNone/>
              <a:defRPr sz="1200"/>
            </a:lvl3pPr>
            <a:lvl4pPr marL="1371600" indent="0">
              <a:buNone/>
              <a:defRPr sz="1200"/>
            </a:lvl4pPr>
            <a:lvl5pPr marL="1828800" indent="0">
              <a:buNone/>
              <a:defRPr sz="1200"/>
            </a:lvl5pPr>
          </a:lstStyle>
          <a:p>
            <a:pPr lvl="0"/>
            <a:r>
              <a:rPr lang="en-US" dirty="0"/>
              <a:t>Click to add text </a:t>
            </a:r>
          </a:p>
        </p:txBody>
      </p:sp>
      <p:sp>
        <p:nvSpPr>
          <p:cNvPr id="26" name="Text Placeholder 3">
            <a:extLst>
              <a:ext uri="{FF2B5EF4-FFF2-40B4-BE49-F238E27FC236}">
                <a16:creationId xmlns:a16="http://schemas.microsoft.com/office/drawing/2014/main" id="{65B16179-CC8B-4981-9526-8E3E08E72C6A}"/>
              </a:ext>
            </a:extLst>
          </p:cNvPr>
          <p:cNvSpPr>
            <a:spLocks noGrp="1"/>
          </p:cNvSpPr>
          <p:nvPr>
            <p:ph type="body" sz="half" idx="15" hasCustomPrompt="1"/>
          </p:nvPr>
        </p:nvSpPr>
        <p:spPr>
          <a:xfrm>
            <a:off x="4453128" y="6078071"/>
            <a:ext cx="6821424" cy="365760"/>
          </a:xfrm>
        </p:spPr>
        <p:txBody>
          <a:bodyPr bIns="0" numCol="1" anchor="t" anchorCtr="0">
            <a:noAutofit/>
          </a:bodyPr>
          <a:lstStyle>
            <a:lvl1pPr marL="0" indent="0">
              <a:lnSpc>
                <a:spcPts val="1400"/>
              </a:lnSpc>
              <a:buNone/>
              <a:defRPr sz="1000">
                <a:solidFill>
                  <a:schemeClr val="tx1"/>
                </a:solidFill>
              </a:defRPr>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dirty="0"/>
              <a:t>Click to add text</a:t>
            </a:r>
          </a:p>
        </p:txBody>
      </p:sp>
      <p:sp>
        <p:nvSpPr>
          <p:cNvPr id="4" name="Slide Number Placeholder 5">
            <a:extLst>
              <a:ext uri="{FF2B5EF4-FFF2-40B4-BE49-F238E27FC236}">
                <a16:creationId xmlns:a16="http://schemas.microsoft.com/office/drawing/2014/main" id="{08A89469-622B-8F34-ABA7-F43C49266D49}"/>
              </a:ext>
            </a:extLst>
          </p:cNvPr>
          <p:cNvSpPr>
            <a:spLocks noGrp="1"/>
          </p:cNvSpPr>
          <p:nvPr>
            <p:ph type="sldNum" sz="quarter" idx="4"/>
          </p:nvPr>
        </p:nvSpPr>
        <p:spPr>
          <a:xfrm>
            <a:off x="11274552" y="6078071"/>
            <a:ext cx="457200" cy="368448"/>
          </a:xfrm>
          <a:prstGeom prst="rect">
            <a:avLst/>
          </a:prstGeom>
        </p:spPr>
        <p:txBody>
          <a:bodyPr vert="horz" lIns="0" tIns="0" rIns="0" bIns="0" rtlCol="0" anchor="b" anchorCtr="0"/>
          <a:lstStyle>
            <a:lvl1pPr algn="r">
              <a:lnSpc>
                <a:spcPts val="1680"/>
              </a:lnSpc>
              <a:defRPr sz="1600" b="1" i="1">
                <a:solidFill>
                  <a:schemeClr val="tx1">
                    <a:lumMod val="85000"/>
                    <a:lumOff val="15000"/>
                  </a:schemeClr>
                </a:solidFill>
                <a:latin typeface="+mj-lt"/>
              </a:defRPr>
            </a:lvl1pPr>
          </a:lstStyle>
          <a:p>
            <a:fld id="{745CA84A-544F-4B6B-BC9A-925394EE73B5}" type="slidenum">
              <a:rPr lang="en-US" smtClean="0"/>
              <a:pPr/>
              <a:t>‹#›</a:t>
            </a:fld>
            <a:endParaRPr lang="en-US" dirty="0"/>
          </a:p>
        </p:txBody>
      </p:sp>
    </p:spTree>
    <p:extLst>
      <p:ext uri="{BB962C8B-B14F-4D97-AF65-F5344CB8AC3E}">
        <p14:creationId xmlns:p14="http://schemas.microsoft.com/office/powerpoint/2010/main" val="1064330933"/>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Recipe Layout 3">
    <p:spTree>
      <p:nvGrpSpPr>
        <p:cNvPr id="1" name=""/>
        <p:cNvGrpSpPr/>
        <p:nvPr/>
      </p:nvGrpSpPr>
      <p:grpSpPr>
        <a:xfrm>
          <a:off x="0" y="0"/>
          <a:ext cx="0" cy="0"/>
          <a:chOff x="0" y="0"/>
          <a:chExt cx="0" cy="0"/>
        </a:xfrm>
      </p:grpSpPr>
      <p:sp>
        <p:nvSpPr>
          <p:cNvPr id="18" name="Title 1">
            <a:extLst>
              <a:ext uri="{FF2B5EF4-FFF2-40B4-BE49-F238E27FC236}">
                <a16:creationId xmlns:a16="http://schemas.microsoft.com/office/drawing/2014/main" id="{6B7BA88D-F843-4122-A255-381B3A7EE79F}"/>
              </a:ext>
            </a:extLst>
          </p:cNvPr>
          <p:cNvSpPr>
            <a:spLocks noGrp="1"/>
          </p:cNvSpPr>
          <p:nvPr>
            <p:ph type="title" hasCustomPrompt="1"/>
          </p:nvPr>
        </p:nvSpPr>
        <p:spPr>
          <a:xfrm>
            <a:off x="4450080" y="457200"/>
            <a:ext cx="6858000" cy="731520"/>
          </a:xfrm>
          <a:prstGeom prst="rect">
            <a:avLst/>
          </a:prstGeom>
        </p:spPr>
        <p:txBody>
          <a:bodyPr lIns="91440" tIns="0" rIns="0" bIns="91440" anchor="t" anchorCtr="0">
            <a:noAutofit/>
          </a:bodyPr>
          <a:lstStyle>
            <a:lvl1pPr>
              <a:defRPr sz="3800">
                <a:solidFill>
                  <a:schemeClr val="tx1">
                    <a:lumMod val="85000"/>
                    <a:lumOff val="15000"/>
                  </a:schemeClr>
                </a:solidFill>
              </a:defRPr>
            </a:lvl1pPr>
          </a:lstStyle>
          <a:p>
            <a:r>
              <a:rPr lang="en-US" dirty="0"/>
              <a:t>Click to add title</a:t>
            </a:r>
          </a:p>
        </p:txBody>
      </p:sp>
      <p:sp>
        <p:nvSpPr>
          <p:cNvPr id="20" name="Subtitle 2">
            <a:extLst>
              <a:ext uri="{FF2B5EF4-FFF2-40B4-BE49-F238E27FC236}">
                <a16:creationId xmlns:a16="http://schemas.microsoft.com/office/drawing/2014/main" id="{14C40663-56FC-4BDA-A2FD-599A32A8CD21}"/>
              </a:ext>
            </a:extLst>
          </p:cNvPr>
          <p:cNvSpPr>
            <a:spLocks noGrp="1"/>
          </p:cNvSpPr>
          <p:nvPr>
            <p:ph type="subTitle" idx="10" hasCustomPrompt="1"/>
          </p:nvPr>
        </p:nvSpPr>
        <p:spPr>
          <a:xfrm>
            <a:off x="4450080" y="1234440"/>
            <a:ext cx="6858000" cy="399876"/>
          </a:xfrm>
        </p:spPr>
        <p:txBody>
          <a:bodyPr lIns="91440">
            <a:noAutofit/>
          </a:bodyPr>
          <a:lstStyle>
            <a:lvl1pPr marL="0" indent="0" algn="l">
              <a:buNone/>
              <a:defRPr sz="1100" b="1" i="1">
                <a:solidFill>
                  <a:schemeClr val="tx1">
                    <a:lumMod val="85000"/>
                    <a:lumOff val="15000"/>
                  </a:schemeClr>
                </a:solidFill>
                <a:latin typeface="+mj-lt"/>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dirty="0"/>
              <a:t>Click to add subtitle</a:t>
            </a:r>
          </a:p>
        </p:txBody>
      </p:sp>
      <p:sp>
        <p:nvSpPr>
          <p:cNvPr id="3" name="Rectangle 2">
            <a:extLst>
              <a:ext uri="{FF2B5EF4-FFF2-40B4-BE49-F238E27FC236}">
                <a16:creationId xmlns:a16="http://schemas.microsoft.com/office/drawing/2014/main" id="{F9B3E8FC-A34C-B9D5-8365-5C51439D7BC1}"/>
              </a:ext>
              <a:ext uri="{C183D7F6-B498-43B3-948B-1728B52AA6E4}">
                <adec:decorative xmlns:adec="http://schemas.microsoft.com/office/drawing/2017/decorative" val="1"/>
              </a:ext>
            </a:extLst>
          </p:cNvPr>
          <p:cNvSpPr/>
          <p:nvPr userDrawn="1"/>
        </p:nvSpPr>
        <p:spPr>
          <a:xfrm>
            <a:off x="0" y="0"/>
            <a:ext cx="3968496" cy="6858000"/>
          </a:xfrm>
          <a:prstGeom prst="rect">
            <a:avLst/>
          </a:prstGeom>
          <a:solidFill>
            <a:schemeClr val="bg2">
              <a:alpha val="5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2" name="Text Placeholder 3">
            <a:extLst>
              <a:ext uri="{FF2B5EF4-FFF2-40B4-BE49-F238E27FC236}">
                <a16:creationId xmlns:a16="http://schemas.microsoft.com/office/drawing/2014/main" id="{425F942B-DAF3-40B3-B77F-A8C9BE692B7D}"/>
              </a:ext>
            </a:extLst>
          </p:cNvPr>
          <p:cNvSpPr>
            <a:spLocks noGrp="1"/>
          </p:cNvSpPr>
          <p:nvPr>
            <p:ph type="body" sz="half" idx="11" hasCustomPrompt="1"/>
          </p:nvPr>
        </p:nvSpPr>
        <p:spPr>
          <a:xfrm>
            <a:off x="457200" y="457200"/>
            <a:ext cx="3017520" cy="365760"/>
          </a:xfrm>
        </p:spPr>
        <p:txBody>
          <a:bodyPr>
            <a:noAutofit/>
          </a:bodyPr>
          <a:lstStyle>
            <a:lvl1pPr marL="0" indent="0" algn="l">
              <a:buNone/>
              <a:defRPr sz="1400" b="1" i="0" cap="all" spc="100" baseline="0">
                <a:solidFill>
                  <a:schemeClr val="tx1"/>
                </a:solidFill>
                <a:latin typeface="Franklin Gothic Medium" panose="020B0603020102020204" pitchFamily="34" charset="0"/>
              </a:defRPr>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dirty="0"/>
              <a:t>Click to add text</a:t>
            </a:r>
          </a:p>
        </p:txBody>
      </p:sp>
      <p:sp>
        <p:nvSpPr>
          <p:cNvPr id="23" name="Text Placeholder 3">
            <a:extLst>
              <a:ext uri="{FF2B5EF4-FFF2-40B4-BE49-F238E27FC236}">
                <a16:creationId xmlns:a16="http://schemas.microsoft.com/office/drawing/2014/main" id="{8FC874B6-474C-46DC-AB76-6E061A973B8A}"/>
              </a:ext>
            </a:extLst>
          </p:cNvPr>
          <p:cNvSpPr>
            <a:spLocks noGrp="1"/>
          </p:cNvSpPr>
          <p:nvPr>
            <p:ph type="body" sz="half" idx="12" hasCustomPrompt="1"/>
          </p:nvPr>
        </p:nvSpPr>
        <p:spPr>
          <a:xfrm>
            <a:off x="457200" y="822960"/>
            <a:ext cx="3017520" cy="4825486"/>
          </a:xfrm>
        </p:spPr>
        <p:txBody>
          <a:bodyPr numCol="1">
            <a:noAutofit/>
          </a:bodyPr>
          <a:lstStyle>
            <a:lvl1pPr marL="228600" indent="-228600">
              <a:lnSpc>
                <a:spcPts val="1400"/>
              </a:lnSpc>
              <a:spcBef>
                <a:spcPts val="0"/>
              </a:spcBef>
              <a:spcAft>
                <a:spcPts val="700"/>
              </a:spcAft>
              <a:buFont typeface="Arial" panose="020B0604020202020204" pitchFamily="34" charset="0"/>
              <a:buChar char="•"/>
              <a:tabLst>
                <a:tab pos="112713" algn="r"/>
                <a:tab pos="233363" algn="l"/>
              </a:tabLst>
              <a:defRPr sz="1200" baseline="0">
                <a:solidFill>
                  <a:schemeClr val="tx1"/>
                </a:solidFill>
              </a:defRPr>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dirty="0"/>
              <a:t>Click to add text</a:t>
            </a:r>
          </a:p>
        </p:txBody>
      </p:sp>
      <p:sp>
        <p:nvSpPr>
          <p:cNvPr id="26" name="Text Placeholder 3">
            <a:extLst>
              <a:ext uri="{FF2B5EF4-FFF2-40B4-BE49-F238E27FC236}">
                <a16:creationId xmlns:a16="http://schemas.microsoft.com/office/drawing/2014/main" id="{65B16179-CC8B-4981-9526-8E3E08E72C6A}"/>
              </a:ext>
            </a:extLst>
          </p:cNvPr>
          <p:cNvSpPr>
            <a:spLocks noGrp="1"/>
          </p:cNvSpPr>
          <p:nvPr>
            <p:ph type="body" sz="half" idx="15" hasCustomPrompt="1"/>
          </p:nvPr>
        </p:nvSpPr>
        <p:spPr>
          <a:xfrm>
            <a:off x="457200" y="5899670"/>
            <a:ext cx="3017520" cy="590774"/>
          </a:xfrm>
        </p:spPr>
        <p:txBody>
          <a:bodyPr bIns="0" numCol="1" anchor="t" anchorCtr="0">
            <a:noAutofit/>
          </a:bodyPr>
          <a:lstStyle>
            <a:lvl1pPr marL="0" indent="0">
              <a:lnSpc>
                <a:spcPts val="1400"/>
              </a:lnSpc>
              <a:spcBef>
                <a:spcPts val="0"/>
              </a:spcBef>
              <a:buNone/>
              <a:defRPr sz="1000">
                <a:solidFill>
                  <a:schemeClr val="tx1"/>
                </a:solidFill>
              </a:defRPr>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dirty="0"/>
              <a:t>Click to add text</a:t>
            </a:r>
          </a:p>
        </p:txBody>
      </p:sp>
      <p:sp>
        <p:nvSpPr>
          <p:cNvPr id="9" name="Text Placeholder 8">
            <a:extLst>
              <a:ext uri="{FF2B5EF4-FFF2-40B4-BE49-F238E27FC236}">
                <a16:creationId xmlns:a16="http://schemas.microsoft.com/office/drawing/2014/main" id="{25014CF3-9F46-B306-A321-E12B99157F07}"/>
              </a:ext>
            </a:extLst>
          </p:cNvPr>
          <p:cNvSpPr>
            <a:spLocks noGrp="1"/>
          </p:cNvSpPr>
          <p:nvPr>
            <p:ph type="body" sz="quarter" idx="33" hasCustomPrompt="1"/>
          </p:nvPr>
        </p:nvSpPr>
        <p:spPr>
          <a:xfrm>
            <a:off x="4294095" y="1828798"/>
            <a:ext cx="613184" cy="548640"/>
          </a:xfrm>
        </p:spPr>
        <p:txBody>
          <a:bodyPr/>
          <a:lstStyle>
            <a:lvl1pPr marL="0" indent="0" algn="ctr">
              <a:buNone/>
              <a:defRPr sz="3600" b="1" i="1">
                <a:solidFill>
                  <a:schemeClr val="tx1"/>
                </a:solidFill>
                <a:latin typeface="+mj-lt"/>
              </a:defRPr>
            </a:lvl1pPr>
            <a:lvl2pPr marL="457200" indent="0">
              <a:buNone/>
              <a:defRPr b="1">
                <a:solidFill>
                  <a:schemeClr val="tx1"/>
                </a:solidFill>
                <a:latin typeface="+mj-lt"/>
              </a:defRPr>
            </a:lvl2pPr>
            <a:lvl3pPr marL="914400" indent="0">
              <a:buNone/>
              <a:defRPr b="1">
                <a:solidFill>
                  <a:schemeClr val="tx1"/>
                </a:solidFill>
                <a:latin typeface="+mj-lt"/>
              </a:defRPr>
            </a:lvl3pPr>
            <a:lvl4pPr marL="1371600" indent="0">
              <a:buNone/>
              <a:defRPr b="1">
                <a:solidFill>
                  <a:schemeClr val="tx1"/>
                </a:solidFill>
                <a:latin typeface="+mj-lt"/>
              </a:defRPr>
            </a:lvl4pPr>
            <a:lvl5pPr marL="1828800" indent="0">
              <a:buNone/>
              <a:defRPr b="1">
                <a:solidFill>
                  <a:schemeClr val="tx1"/>
                </a:solidFill>
                <a:latin typeface="+mj-lt"/>
              </a:defRPr>
            </a:lvl5pPr>
          </a:lstStyle>
          <a:p>
            <a:pPr lvl="0"/>
            <a:r>
              <a:rPr lang="en-US" dirty="0"/>
              <a:t>#</a:t>
            </a:r>
          </a:p>
        </p:txBody>
      </p:sp>
      <p:sp>
        <p:nvSpPr>
          <p:cNvPr id="29" name="Text Placeholder 3">
            <a:extLst>
              <a:ext uri="{FF2B5EF4-FFF2-40B4-BE49-F238E27FC236}">
                <a16:creationId xmlns:a16="http://schemas.microsoft.com/office/drawing/2014/main" id="{B934946C-9253-40AA-84F7-378E3106E765}"/>
              </a:ext>
            </a:extLst>
          </p:cNvPr>
          <p:cNvSpPr>
            <a:spLocks noGrp="1"/>
          </p:cNvSpPr>
          <p:nvPr>
            <p:ph type="body" sz="half" idx="21" hasCustomPrompt="1"/>
          </p:nvPr>
        </p:nvSpPr>
        <p:spPr>
          <a:xfrm>
            <a:off x="4911773" y="1828798"/>
            <a:ext cx="2377440" cy="1371600"/>
          </a:xfrm>
        </p:spPr>
        <p:txBody>
          <a:bodyPr numCol="1">
            <a:noAutofit/>
          </a:bodyPr>
          <a:lstStyle>
            <a:lvl1pPr marL="0" indent="0">
              <a:lnSpc>
                <a:spcPct val="100000"/>
              </a:lnSpc>
              <a:spcBef>
                <a:spcPts val="600"/>
              </a:spcBef>
              <a:buClr>
                <a:schemeClr val="accent2">
                  <a:lumMod val="50000"/>
                </a:schemeClr>
              </a:buClr>
              <a:buSzPct val="120000"/>
              <a:buFont typeface="+mj-lt"/>
              <a:buNone/>
              <a:defRPr sz="1200">
                <a:solidFill>
                  <a:schemeClr val="tx1"/>
                </a:solidFill>
              </a:defRPr>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dirty="0"/>
              <a:t>Click to add text</a:t>
            </a:r>
          </a:p>
        </p:txBody>
      </p:sp>
      <p:sp>
        <p:nvSpPr>
          <p:cNvPr id="15" name="Picture Placeholder 29" descr="An empty placeholder to add an image. Click on the placeholder and select the image that you wish to add.">
            <a:extLst>
              <a:ext uri="{FF2B5EF4-FFF2-40B4-BE49-F238E27FC236}">
                <a16:creationId xmlns:a16="http://schemas.microsoft.com/office/drawing/2014/main" id="{1216BA9B-211A-403E-8645-BA7B4B237633}"/>
              </a:ext>
            </a:extLst>
          </p:cNvPr>
          <p:cNvSpPr>
            <a:spLocks noGrp="1"/>
          </p:cNvSpPr>
          <p:nvPr>
            <p:ph type="pic" sz="quarter" idx="19" hasCustomPrompt="1"/>
          </p:nvPr>
        </p:nvSpPr>
        <p:spPr>
          <a:xfrm>
            <a:off x="7536029" y="1828798"/>
            <a:ext cx="1645920" cy="1371600"/>
          </a:xfrm>
          <a:noFill/>
        </p:spPr>
        <p:txBody>
          <a:bodyPr anchor="ctr" anchorCtr="0">
            <a:normAutofit/>
          </a:bodyPr>
          <a:lstStyle>
            <a:lvl1pPr marL="0" indent="0" algn="ctr">
              <a:buNone/>
              <a:defRPr sz="2000"/>
            </a:lvl1pPr>
          </a:lstStyle>
          <a:p>
            <a:r>
              <a:rPr lang="en-US" dirty="0"/>
              <a:t>Add a picture</a:t>
            </a:r>
          </a:p>
        </p:txBody>
      </p:sp>
      <p:sp>
        <p:nvSpPr>
          <p:cNvPr id="10" name="Text Placeholder 8">
            <a:extLst>
              <a:ext uri="{FF2B5EF4-FFF2-40B4-BE49-F238E27FC236}">
                <a16:creationId xmlns:a16="http://schemas.microsoft.com/office/drawing/2014/main" id="{5C47D7B1-0313-A237-578A-846401657F08}"/>
              </a:ext>
            </a:extLst>
          </p:cNvPr>
          <p:cNvSpPr>
            <a:spLocks noGrp="1"/>
          </p:cNvSpPr>
          <p:nvPr>
            <p:ph type="body" sz="quarter" idx="34" hasCustomPrompt="1"/>
          </p:nvPr>
        </p:nvSpPr>
        <p:spPr>
          <a:xfrm>
            <a:off x="4294095" y="3421379"/>
            <a:ext cx="613184" cy="548640"/>
          </a:xfrm>
        </p:spPr>
        <p:txBody>
          <a:bodyPr/>
          <a:lstStyle>
            <a:lvl1pPr marL="0" indent="0" algn="ctr">
              <a:buNone/>
              <a:defRPr sz="3600" b="1" i="1">
                <a:solidFill>
                  <a:schemeClr val="tx1"/>
                </a:solidFill>
                <a:latin typeface="+mj-lt"/>
              </a:defRPr>
            </a:lvl1pPr>
            <a:lvl2pPr marL="457200" indent="0">
              <a:buNone/>
              <a:defRPr b="1">
                <a:solidFill>
                  <a:schemeClr val="tx1"/>
                </a:solidFill>
                <a:latin typeface="+mj-lt"/>
              </a:defRPr>
            </a:lvl2pPr>
            <a:lvl3pPr marL="914400" indent="0">
              <a:buNone/>
              <a:defRPr b="1">
                <a:solidFill>
                  <a:schemeClr val="tx1"/>
                </a:solidFill>
                <a:latin typeface="+mj-lt"/>
              </a:defRPr>
            </a:lvl3pPr>
            <a:lvl4pPr marL="1371600" indent="0">
              <a:buNone/>
              <a:defRPr b="1">
                <a:solidFill>
                  <a:schemeClr val="tx1"/>
                </a:solidFill>
                <a:latin typeface="+mj-lt"/>
              </a:defRPr>
            </a:lvl4pPr>
            <a:lvl5pPr marL="1828800" indent="0">
              <a:buNone/>
              <a:defRPr b="1">
                <a:solidFill>
                  <a:schemeClr val="tx1"/>
                </a:solidFill>
                <a:latin typeface="+mj-lt"/>
              </a:defRPr>
            </a:lvl5pPr>
          </a:lstStyle>
          <a:p>
            <a:pPr lvl="0"/>
            <a:r>
              <a:rPr lang="en-US" dirty="0"/>
              <a:t>#</a:t>
            </a:r>
          </a:p>
        </p:txBody>
      </p:sp>
      <p:sp>
        <p:nvSpPr>
          <p:cNvPr id="38" name="Text Placeholder 3">
            <a:extLst>
              <a:ext uri="{FF2B5EF4-FFF2-40B4-BE49-F238E27FC236}">
                <a16:creationId xmlns:a16="http://schemas.microsoft.com/office/drawing/2014/main" id="{EED0BB26-D2F7-4112-BAFC-D9A66C9DD5EE}"/>
              </a:ext>
            </a:extLst>
          </p:cNvPr>
          <p:cNvSpPr>
            <a:spLocks noGrp="1"/>
          </p:cNvSpPr>
          <p:nvPr>
            <p:ph type="body" sz="half" idx="27" hasCustomPrompt="1"/>
          </p:nvPr>
        </p:nvSpPr>
        <p:spPr>
          <a:xfrm>
            <a:off x="4911773" y="3421379"/>
            <a:ext cx="2377440" cy="1371600"/>
          </a:xfrm>
        </p:spPr>
        <p:txBody>
          <a:bodyPr numCol="1">
            <a:noAutofit/>
          </a:bodyPr>
          <a:lstStyle>
            <a:lvl1pPr marL="0" indent="0">
              <a:lnSpc>
                <a:spcPct val="100000"/>
              </a:lnSpc>
              <a:spcBef>
                <a:spcPts val="600"/>
              </a:spcBef>
              <a:buClr>
                <a:schemeClr val="accent2">
                  <a:lumMod val="50000"/>
                </a:schemeClr>
              </a:buClr>
              <a:buSzPct val="120000"/>
              <a:buFont typeface="+mj-lt"/>
              <a:buNone/>
              <a:defRPr sz="1200">
                <a:solidFill>
                  <a:schemeClr val="tx1"/>
                </a:solidFill>
              </a:defRPr>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dirty="0"/>
              <a:t>Click to add text</a:t>
            </a:r>
          </a:p>
        </p:txBody>
      </p:sp>
      <p:sp>
        <p:nvSpPr>
          <p:cNvPr id="40" name="Picture Placeholder 29" descr="An empty placeholder to add an image. Click on the placeholder and select the image that you wish to add.">
            <a:extLst>
              <a:ext uri="{FF2B5EF4-FFF2-40B4-BE49-F238E27FC236}">
                <a16:creationId xmlns:a16="http://schemas.microsoft.com/office/drawing/2014/main" id="{200F5F5B-FD46-4295-B012-F670E320EA6D}"/>
              </a:ext>
            </a:extLst>
          </p:cNvPr>
          <p:cNvSpPr>
            <a:spLocks noGrp="1"/>
          </p:cNvSpPr>
          <p:nvPr>
            <p:ph type="pic" sz="quarter" idx="29" hasCustomPrompt="1"/>
          </p:nvPr>
        </p:nvSpPr>
        <p:spPr>
          <a:xfrm>
            <a:off x="7536029" y="3426459"/>
            <a:ext cx="1645920" cy="1371600"/>
          </a:xfrm>
          <a:noFill/>
        </p:spPr>
        <p:txBody>
          <a:bodyPr anchor="ctr" anchorCtr="0">
            <a:normAutofit/>
          </a:bodyPr>
          <a:lstStyle>
            <a:lvl1pPr marL="0" indent="0" algn="ctr">
              <a:buNone/>
              <a:defRPr sz="2000"/>
            </a:lvl1pPr>
          </a:lstStyle>
          <a:p>
            <a:r>
              <a:rPr lang="en-US" dirty="0"/>
              <a:t>Add a picture</a:t>
            </a:r>
          </a:p>
        </p:txBody>
      </p:sp>
      <p:sp>
        <p:nvSpPr>
          <p:cNvPr id="11" name="Text Placeholder 8">
            <a:extLst>
              <a:ext uri="{FF2B5EF4-FFF2-40B4-BE49-F238E27FC236}">
                <a16:creationId xmlns:a16="http://schemas.microsoft.com/office/drawing/2014/main" id="{2A867797-E0E8-323E-39BA-BC807137AF09}"/>
              </a:ext>
            </a:extLst>
          </p:cNvPr>
          <p:cNvSpPr>
            <a:spLocks noGrp="1"/>
          </p:cNvSpPr>
          <p:nvPr>
            <p:ph type="body" sz="quarter" idx="35" hasCustomPrompt="1"/>
          </p:nvPr>
        </p:nvSpPr>
        <p:spPr>
          <a:xfrm>
            <a:off x="4294095" y="5024120"/>
            <a:ext cx="613184" cy="548640"/>
          </a:xfrm>
        </p:spPr>
        <p:txBody>
          <a:bodyPr/>
          <a:lstStyle>
            <a:lvl1pPr marL="0" indent="0" algn="ctr">
              <a:buNone/>
              <a:defRPr sz="3600" b="1" i="1">
                <a:solidFill>
                  <a:schemeClr val="tx1"/>
                </a:solidFill>
                <a:latin typeface="+mj-lt"/>
              </a:defRPr>
            </a:lvl1pPr>
            <a:lvl2pPr marL="457200" indent="0">
              <a:buNone/>
              <a:defRPr b="1">
                <a:solidFill>
                  <a:schemeClr val="tx1"/>
                </a:solidFill>
                <a:latin typeface="+mj-lt"/>
              </a:defRPr>
            </a:lvl2pPr>
            <a:lvl3pPr marL="914400" indent="0">
              <a:buNone/>
              <a:defRPr b="1">
                <a:solidFill>
                  <a:schemeClr val="tx1"/>
                </a:solidFill>
                <a:latin typeface="+mj-lt"/>
              </a:defRPr>
            </a:lvl3pPr>
            <a:lvl4pPr marL="1371600" indent="0">
              <a:buNone/>
              <a:defRPr b="1">
                <a:solidFill>
                  <a:schemeClr val="tx1"/>
                </a:solidFill>
                <a:latin typeface="+mj-lt"/>
              </a:defRPr>
            </a:lvl4pPr>
            <a:lvl5pPr marL="1828800" indent="0">
              <a:buNone/>
              <a:defRPr b="1">
                <a:solidFill>
                  <a:schemeClr val="tx1"/>
                </a:solidFill>
                <a:latin typeface="+mj-lt"/>
              </a:defRPr>
            </a:lvl5pPr>
          </a:lstStyle>
          <a:p>
            <a:pPr lvl="0"/>
            <a:r>
              <a:rPr lang="en-US" dirty="0"/>
              <a:t>#</a:t>
            </a:r>
          </a:p>
        </p:txBody>
      </p:sp>
      <p:sp>
        <p:nvSpPr>
          <p:cNvPr id="39" name="Text Placeholder 3">
            <a:extLst>
              <a:ext uri="{FF2B5EF4-FFF2-40B4-BE49-F238E27FC236}">
                <a16:creationId xmlns:a16="http://schemas.microsoft.com/office/drawing/2014/main" id="{647B97E8-F206-4899-A05D-3CEA7763CBD7}"/>
              </a:ext>
            </a:extLst>
          </p:cNvPr>
          <p:cNvSpPr>
            <a:spLocks noGrp="1"/>
          </p:cNvSpPr>
          <p:nvPr>
            <p:ph type="body" sz="half" idx="28" hasCustomPrompt="1"/>
          </p:nvPr>
        </p:nvSpPr>
        <p:spPr>
          <a:xfrm>
            <a:off x="4911773" y="5013960"/>
            <a:ext cx="2377440" cy="1381760"/>
          </a:xfrm>
        </p:spPr>
        <p:txBody>
          <a:bodyPr numCol="1">
            <a:noAutofit/>
          </a:bodyPr>
          <a:lstStyle>
            <a:lvl1pPr marL="0" indent="0">
              <a:lnSpc>
                <a:spcPct val="100000"/>
              </a:lnSpc>
              <a:spcBef>
                <a:spcPts val="600"/>
              </a:spcBef>
              <a:buClr>
                <a:schemeClr val="accent2">
                  <a:lumMod val="50000"/>
                </a:schemeClr>
              </a:buClr>
              <a:buSzPct val="120000"/>
              <a:buFont typeface="+mj-lt"/>
              <a:buNone/>
              <a:defRPr sz="1200">
                <a:solidFill>
                  <a:schemeClr val="tx1"/>
                </a:solidFill>
              </a:defRPr>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dirty="0"/>
              <a:t>Click to add text</a:t>
            </a:r>
          </a:p>
        </p:txBody>
      </p:sp>
      <p:sp>
        <p:nvSpPr>
          <p:cNvPr id="42" name="Picture Placeholder 29" descr="An empty placeholder to add an image. Click on the placeholder and select the image that you wish to add.">
            <a:extLst>
              <a:ext uri="{FF2B5EF4-FFF2-40B4-BE49-F238E27FC236}">
                <a16:creationId xmlns:a16="http://schemas.microsoft.com/office/drawing/2014/main" id="{A15085C5-1FA2-4C89-A410-A151654D4090}"/>
              </a:ext>
            </a:extLst>
          </p:cNvPr>
          <p:cNvSpPr>
            <a:spLocks noGrp="1"/>
          </p:cNvSpPr>
          <p:nvPr>
            <p:ph type="pic" sz="quarter" idx="31" hasCustomPrompt="1"/>
          </p:nvPr>
        </p:nvSpPr>
        <p:spPr>
          <a:xfrm>
            <a:off x="7531829" y="5024120"/>
            <a:ext cx="1645920" cy="1371600"/>
          </a:xfrm>
          <a:noFill/>
        </p:spPr>
        <p:txBody>
          <a:bodyPr anchor="ctr" anchorCtr="0">
            <a:normAutofit/>
          </a:bodyPr>
          <a:lstStyle>
            <a:lvl1pPr marL="0" indent="0" algn="ctr">
              <a:buNone/>
              <a:defRPr sz="2000"/>
            </a:lvl1pPr>
          </a:lstStyle>
          <a:p>
            <a:r>
              <a:rPr lang="en-US" dirty="0"/>
              <a:t>Add a picture</a:t>
            </a:r>
          </a:p>
        </p:txBody>
      </p:sp>
      <p:sp>
        <p:nvSpPr>
          <p:cNvPr id="30" name="Picture Placeholder 29" descr="An empty placeholder to add an image. Click on the placeholder and select the image that you wish to add.">
            <a:extLst>
              <a:ext uri="{FF2B5EF4-FFF2-40B4-BE49-F238E27FC236}">
                <a16:creationId xmlns:a16="http://schemas.microsoft.com/office/drawing/2014/main" id="{69A9EAF2-ED61-42E4-B65B-25E4AA320B13}"/>
              </a:ext>
            </a:extLst>
          </p:cNvPr>
          <p:cNvSpPr>
            <a:spLocks noGrp="1"/>
          </p:cNvSpPr>
          <p:nvPr>
            <p:ph type="pic" sz="quarter" idx="17" hasCustomPrompt="1"/>
          </p:nvPr>
        </p:nvSpPr>
        <p:spPr>
          <a:xfrm>
            <a:off x="9441396" y="1828798"/>
            <a:ext cx="1828800" cy="2606040"/>
          </a:xfrm>
          <a:noFill/>
        </p:spPr>
        <p:txBody>
          <a:bodyPr anchor="ctr" anchorCtr="0">
            <a:normAutofit/>
          </a:bodyPr>
          <a:lstStyle>
            <a:lvl1pPr marL="0" indent="0" algn="ctr">
              <a:buNone/>
              <a:defRPr sz="2000"/>
            </a:lvl1pPr>
          </a:lstStyle>
          <a:p>
            <a:r>
              <a:rPr lang="en-US" dirty="0"/>
              <a:t>Add a picture</a:t>
            </a:r>
          </a:p>
        </p:txBody>
      </p:sp>
      <p:sp>
        <p:nvSpPr>
          <p:cNvPr id="6" name="Text Placeholder 27">
            <a:extLst>
              <a:ext uri="{FF2B5EF4-FFF2-40B4-BE49-F238E27FC236}">
                <a16:creationId xmlns:a16="http://schemas.microsoft.com/office/drawing/2014/main" id="{F5C877D0-8422-E1CB-B1E1-D9E7DA64E90E}"/>
              </a:ext>
            </a:extLst>
          </p:cNvPr>
          <p:cNvSpPr>
            <a:spLocks noGrp="1"/>
          </p:cNvSpPr>
          <p:nvPr>
            <p:ph type="body" sz="quarter" idx="32" hasCustomPrompt="1"/>
          </p:nvPr>
        </p:nvSpPr>
        <p:spPr>
          <a:xfrm>
            <a:off x="9445752" y="4670264"/>
            <a:ext cx="1824444" cy="1725456"/>
          </a:xfrm>
          <a:noFill/>
          <a:ln w="25400">
            <a:solidFill>
              <a:schemeClr val="bg2"/>
            </a:solidFill>
          </a:ln>
        </p:spPr>
        <p:txBody>
          <a:bodyPr lIns="182880" tIns="365760" rIns="182880" bIns="182880" anchor="t" anchorCtr="0">
            <a:noAutofit/>
          </a:bodyPr>
          <a:lstStyle>
            <a:lvl1pPr marL="0" indent="0" algn="l">
              <a:lnSpc>
                <a:spcPct val="100000"/>
              </a:lnSpc>
              <a:spcBef>
                <a:spcPts val="0"/>
              </a:spcBef>
              <a:buNone/>
              <a:defRPr sz="1400" b="1" i="0" cap="all" baseline="0">
                <a:solidFill>
                  <a:schemeClr val="accent2">
                    <a:lumMod val="50000"/>
                  </a:schemeClr>
                </a:solidFill>
                <a:latin typeface="Franklin Gothic Medium" panose="020B0603020102020204" pitchFamily="34" charset="0"/>
              </a:defRPr>
            </a:lvl1pPr>
            <a:lvl2pPr marL="457200" indent="0">
              <a:buNone/>
              <a:defRPr/>
            </a:lvl2pPr>
            <a:lvl3pPr marL="914400" indent="0">
              <a:buNone/>
              <a:defRPr/>
            </a:lvl3pPr>
            <a:lvl4pPr marL="1371600" indent="0">
              <a:buNone/>
              <a:defRPr/>
            </a:lvl4pPr>
            <a:lvl5pPr marL="1828800" indent="0">
              <a:buNone/>
              <a:defRPr/>
            </a:lvl5pPr>
          </a:lstStyle>
          <a:p>
            <a:pPr lvl="0"/>
            <a:r>
              <a:rPr lang="en-US" dirty="0"/>
              <a:t>add text</a:t>
            </a:r>
          </a:p>
        </p:txBody>
      </p:sp>
      <p:sp>
        <p:nvSpPr>
          <p:cNvPr id="7" name="Text Placeholder 5">
            <a:extLst>
              <a:ext uri="{FF2B5EF4-FFF2-40B4-BE49-F238E27FC236}">
                <a16:creationId xmlns:a16="http://schemas.microsoft.com/office/drawing/2014/main" id="{491A1D48-EEE9-45E6-8E9E-0B0DA4BC1E1C}"/>
              </a:ext>
            </a:extLst>
          </p:cNvPr>
          <p:cNvSpPr>
            <a:spLocks noGrp="1"/>
          </p:cNvSpPr>
          <p:nvPr>
            <p:ph type="body" sz="quarter" idx="18" hasCustomPrompt="1"/>
          </p:nvPr>
        </p:nvSpPr>
        <p:spPr>
          <a:xfrm>
            <a:off x="9549124" y="5432611"/>
            <a:ext cx="1677623" cy="772159"/>
          </a:xfrm>
        </p:spPr>
        <p:txBody>
          <a:bodyPr/>
          <a:lstStyle>
            <a:lvl1pPr marL="0" indent="0">
              <a:buNone/>
              <a:defRPr sz="1200">
                <a:solidFill>
                  <a:schemeClr val="tx1"/>
                </a:solidFill>
              </a:defRPr>
            </a:lvl1pPr>
            <a:lvl2pPr marL="457200" indent="0">
              <a:buNone/>
              <a:defRPr sz="1200"/>
            </a:lvl2pPr>
            <a:lvl3pPr marL="914400" indent="0">
              <a:buNone/>
              <a:defRPr sz="1200"/>
            </a:lvl3pPr>
            <a:lvl4pPr marL="1371600" indent="0">
              <a:buNone/>
              <a:defRPr sz="1200"/>
            </a:lvl4pPr>
            <a:lvl5pPr marL="1828800" indent="0">
              <a:buNone/>
              <a:defRPr sz="1200"/>
            </a:lvl5pPr>
          </a:lstStyle>
          <a:p>
            <a:pPr lvl="0"/>
            <a:r>
              <a:rPr lang="en-US" dirty="0"/>
              <a:t>Click to add text </a:t>
            </a:r>
          </a:p>
        </p:txBody>
      </p:sp>
      <p:sp>
        <p:nvSpPr>
          <p:cNvPr id="5" name="Slide Number Placeholder 5">
            <a:extLst>
              <a:ext uri="{FF2B5EF4-FFF2-40B4-BE49-F238E27FC236}">
                <a16:creationId xmlns:a16="http://schemas.microsoft.com/office/drawing/2014/main" id="{9FCE6334-5F06-631B-050F-C708EE225327}"/>
              </a:ext>
            </a:extLst>
          </p:cNvPr>
          <p:cNvSpPr>
            <a:spLocks noGrp="1"/>
          </p:cNvSpPr>
          <p:nvPr>
            <p:ph type="sldNum" sz="quarter" idx="4"/>
          </p:nvPr>
        </p:nvSpPr>
        <p:spPr>
          <a:xfrm>
            <a:off x="11274552" y="5989319"/>
            <a:ext cx="457200" cy="457200"/>
          </a:xfrm>
          <a:prstGeom prst="rect">
            <a:avLst/>
          </a:prstGeom>
        </p:spPr>
        <p:txBody>
          <a:bodyPr vert="horz" lIns="0" tIns="0" rIns="0" bIns="0" rtlCol="0" anchor="b" anchorCtr="0"/>
          <a:lstStyle>
            <a:lvl1pPr algn="r">
              <a:lnSpc>
                <a:spcPts val="1680"/>
              </a:lnSpc>
              <a:defRPr sz="1600" b="1" i="1">
                <a:solidFill>
                  <a:schemeClr val="tx1">
                    <a:lumMod val="85000"/>
                    <a:lumOff val="15000"/>
                  </a:schemeClr>
                </a:solidFill>
                <a:latin typeface="+mj-lt"/>
              </a:defRPr>
            </a:lvl1pPr>
          </a:lstStyle>
          <a:p>
            <a:fld id="{745CA84A-544F-4B6B-BC9A-925394EE73B5}" type="slidenum">
              <a:rPr lang="en-US" smtClean="0"/>
              <a:pPr/>
              <a:t>‹#›</a:t>
            </a:fld>
            <a:endParaRPr lang="en-US" dirty="0"/>
          </a:p>
        </p:txBody>
      </p:sp>
    </p:spTree>
    <p:extLst>
      <p:ext uri="{BB962C8B-B14F-4D97-AF65-F5344CB8AC3E}">
        <p14:creationId xmlns:p14="http://schemas.microsoft.com/office/powerpoint/2010/main" val="2287679408"/>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Recipe Layout 4">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B15E4DD4-EC55-FD1C-4BAA-1B110252D733}"/>
              </a:ext>
              <a:ext uri="{C183D7F6-B498-43B3-948B-1728B52AA6E4}">
                <adec:decorative xmlns:adec="http://schemas.microsoft.com/office/drawing/2017/decorative" val="1"/>
              </a:ext>
            </a:extLst>
          </p:cNvPr>
          <p:cNvSpPr/>
          <p:nvPr userDrawn="1"/>
        </p:nvSpPr>
        <p:spPr>
          <a:xfrm>
            <a:off x="8375236" y="0"/>
            <a:ext cx="3816763" cy="6858000"/>
          </a:xfrm>
          <a:prstGeom prst="rect">
            <a:avLst/>
          </a:prstGeom>
          <a:solidFill>
            <a:schemeClr val="bg2">
              <a:alpha val="5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8" name="Title 1">
            <a:extLst>
              <a:ext uri="{FF2B5EF4-FFF2-40B4-BE49-F238E27FC236}">
                <a16:creationId xmlns:a16="http://schemas.microsoft.com/office/drawing/2014/main" id="{6B7BA88D-F843-4122-A255-381B3A7EE79F}"/>
              </a:ext>
            </a:extLst>
          </p:cNvPr>
          <p:cNvSpPr>
            <a:spLocks noGrp="1"/>
          </p:cNvSpPr>
          <p:nvPr>
            <p:ph type="title" hasCustomPrompt="1"/>
          </p:nvPr>
        </p:nvSpPr>
        <p:spPr>
          <a:xfrm>
            <a:off x="457201" y="457200"/>
            <a:ext cx="7452360" cy="731520"/>
          </a:xfrm>
          <a:prstGeom prst="rect">
            <a:avLst/>
          </a:prstGeom>
        </p:spPr>
        <p:txBody>
          <a:bodyPr lIns="91440" tIns="0" bIns="91440" anchor="t" anchorCtr="0">
            <a:noAutofit/>
          </a:bodyPr>
          <a:lstStyle>
            <a:lvl1pPr>
              <a:defRPr sz="3800">
                <a:solidFill>
                  <a:schemeClr val="tx1">
                    <a:lumMod val="85000"/>
                    <a:lumOff val="15000"/>
                  </a:schemeClr>
                </a:solidFill>
              </a:defRPr>
            </a:lvl1pPr>
          </a:lstStyle>
          <a:p>
            <a:r>
              <a:rPr lang="en-US" dirty="0"/>
              <a:t>Click to add title</a:t>
            </a:r>
          </a:p>
        </p:txBody>
      </p:sp>
      <p:sp>
        <p:nvSpPr>
          <p:cNvPr id="20" name="Subtitle 2">
            <a:extLst>
              <a:ext uri="{FF2B5EF4-FFF2-40B4-BE49-F238E27FC236}">
                <a16:creationId xmlns:a16="http://schemas.microsoft.com/office/drawing/2014/main" id="{14C40663-56FC-4BDA-A2FD-599A32A8CD21}"/>
              </a:ext>
            </a:extLst>
          </p:cNvPr>
          <p:cNvSpPr>
            <a:spLocks noGrp="1"/>
          </p:cNvSpPr>
          <p:nvPr>
            <p:ph type="subTitle" idx="10" hasCustomPrompt="1"/>
          </p:nvPr>
        </p:nvSpPr>
        <p:spPr>
          <a:xfrm>
            <a:off x="457201" y="1234439"/>
            <a:ext cx="7452360" cy="402336"/>
          </a:xfrm>
        </p:spPr>
        <p:txBody>
          <a:bodyPr lIns="91440">
            <a:noAutofit/>
          </a:bodyPr>
          <a:lstStyle>
            <a:lvl1pPr marL="0" indent="0" algn="l">
              <a:buNone/>
              <a:defRPr sz="1100" b="1" i="1">
                <a:solidFill>
                  <a:schemeClr val="tx1">
                    <a:lumMod val="85000"/>
                    <a:lumOff val="15000"/>
                  </a:schemeClr>
                </a:solidFill>
                <a:latin typeface="+mj-lt"/>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dirty="0"/>
              <a:t>Click to add subtitle</a:t>
            </a:r>
          </a:p>
        </p:txBody>
      </p:sp>
      <p:sp>
        <p:nvSpPr>
          <p:cNvPr id="9" name="Text Placeholder 8">
            <a:extLst>
              <a:ext uri="{FF2B5EF4-FFF2-40B4-BE49-F238E27FC236}">
                <a16:creationId xmlns:a16="http://schemas.microsoft.com/office/drawing/2014/main" id="{EA909FD6-6520-D58C-69F8-D76DDFE6C9AC}"/>
              </a:ext>
            </a:extLst>
          </p:cNvPr>
          <p:cNvSpPr>
            <a:spLocks noGrp="1"/>
          </p:cNvSpPr>
          <p:nvPr>
            <p:ph type="body" sz="quarter" idx="33" hasCustomPrompt="1"/>
          </p:nvPr>
        </p:nvSpPr>
        <p:spPr>
          <a:xfrm>
            <a:off x="292072" y="1833372"/>
            <a:ext cx="613184" cy="548640"/>
          </a:xfrm>
        </p:spPr>
        <p:txBody>
          <a:bodyPr/>
          <a:lstStyle>
            <a:lvl1pPr marL="0" indent="0" algn="ctr">
              <a:buNone/>
              <a:defRPr sz="3600" b="1" i="1">
                <a:solidFill>
                  <a:schemeClr val="tx1"/>
                </a:solidFill>
                <a:latin typeface="+mj-lt"/>
              </a:defRPr>
            </a:lvl1pPr>
            <a:lvl2pPr marL="457200" indent="0">
              <a:buNone/>
              <a:defRPr b="1">
                <a:solidFill>
                  <a:schemeClr val="tx1"/>
                </a:solidFill>
                <a:latin typeface="+mj-lt"/>
              </a:defRPr>
            </a:lvl2pPr>
            <a:lvl3pPr marL="914400" indent="0">
              <a:buNone/>
              <a:defRPr b="1">
                <a:solidFill>
                  <a:schemeClr val="tx1"/>
                </a:solidFill>
                <a:latin typeface="+mj-lt"/>
              </a:defRPr>
            </a:lvl3pPr>
            <a:lvl4pPr marL="1371600" indent="0">
              <a:buNone/>
              <a:defRPr b="1">
                <a:solidFill>
                  <a:schemeClr val="tx1"/>
                </a:solidFill>
                <a:latin typeface="+mj-lt"/>
              </a:defRPr>
            </a:lvl4pPr>
            <a:lvl5pPr marL="1828800" indent="0">
              <a:buNone/>
              <a:defRPr b="1">
                <a:solidFill>
                  <a:schemeClr val="tx1"/>
                </a:solidFill>
                <a:latin typeface="+mj-lt"/>
              </a:defRPr>
            </a:lvl5pPr>
          </a:lstStyle>
          <a:p>
            <a:pPr lvl="0"/>
            <a:r>
              <a:rPr lang="en-US" dirty="0"/>
              <a:t>#</a:t>
            </a:r>
          </a:p>
        </p:txBody>
      </p:sp>
      <p:sp>
        <p:nvSpPr>
          <p:cNvPr id="34" name="Text Placeholder 3">
            <a:extLst>
              <a:ext uri="{FF2B5EF4-FFF2-40B4-BE49-F238E27FC236}">
                <a16:creationId xmlns:a16="http://schemas.microsoft.com/office/drawing/2014/main" id="{18F989E1-F209-41C2-AEC2-BDDDEE48E1E5}"/>
              </a:ext>
            </a:extLst>
          </p:cNvPr>
          <p:cNvSpPr>
            <a:spLocks noGrp="1"/>
          </p:cNvSpPr>
          <p:nvPr>
            <p:ph type="body" sz="half" idx="21" hasCustomPrompt="1"/>
          </p:nvPr>
        </p:nvSpPr>
        <p:spPr>
          <a:xfrm>
            <a:off x="914400" y="1828800"/>
            <a:ext cx="1828800" cy="1940559"/>
          </a:xfrm>
        </p:spPr>
        <p:txBody>
          <a:bodyPr numCol="1">
            <a:noAutofit/>
          </a:bodyPr>
          <a:lstStyle>
            <a:lvl1pPr marL="0" indent="0">
              <a:lnSpc>
                <a:spcPct val="100000"/>
              </a:lnSpc>
              <a:spcBef>
                <a:spcPts val="600"/>
              </a:spcBef>
              <a:buClr>
                <a:schemeClr val="accent2">
                  <a:lumMod val="50000"/>
                </a:schemeClr>
              </a:buClr>
              <a:buSzPct val="120000"/>
              <a:buFont typeface="+mj-lt"/>
              <a:buNone/>
              <a:defRPr sz="1200">
                <a:solidFill>
                  <a:schemeClr val="tx1"/>
                </a:solidFill>
              </a:defRPr>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dirty="0"/>
              <a:t>Click to add text</a:t>
            </a:r>
          </a:p>
        </p:txBody>
      </p:sp>
      <p:sp>
        <p:nvSpPr>
          <p:cNvPr id="10" name="Text Placeholder 8">
            <a:extLst>
              <a:ext uri="{FF2B5EF4-FFF2-40B4-BE49-F238E27FC236}">
                <a16:creationId xmlns:a16="http://schemas.microsoft.com/office/drawing/2014/main" id="{5437708E-D57D-9164-281B-11FED6FA0F7A}"/>
              </a:ext>
            </a:extLst>
          </p:cNvPr>
          <p:cNvSpPr>
            <a:spLocks noGrp="1"/>
          </p:cNvSpPr>
          <p:nvPr>
            <p:ph type="body" sz="quarter" idx="37" hasCustomPrompt="1"/>
          </p:nvPr>
        </p:nvSpPr>
        <p:spPr>
          <a:xfrm>
            <a:off x="2885334" y="1833372"/>
            <a:ext cx="613184" cy="548640"/>
          </a:xfrm>
        </p:spPr>
        <p:txBody>
          <a:bodyPr/>
          <a:lstStyle>
            <a:lvl1pPr marL="0" indent="0" algn="ctr">
              <a:buNone/>
              <a:defRPr sz="3600" b="1" i="1">
                <a:solidFill>
                  <a:schemeClr val="tx1"/>
                </a:solidFill>
                <a:latin typeface="+mj-lt"/>
              </a:defRPr>
            </a:lvl1pPr>
            <a:lvl2pPr marL="457200" indent="0">
              <a:buNone/>
              <a:defRPr b="1">
                <a:solidFill>
                  <a:schemeClr val="tx1"/>
                </a:solidFill>
                <a:latin typeface="+mj-lt"/>
              </a:defRPr>
            </a:lvl2pPr>
            <a:lvl3pPr marL="914400" indent="0">
              <a:buNone/>
              <a:defRPr b="1">
                <a:solidFill>
                  <a:schemeClr val="tx1"/>
                </a:solidFill>
                <a:latin typeface="+mj-lt"/>
              </a:defRPr>
            </a:lvl3pPr>
            <a:lvl4pPr marL="1371600" indent="0">
              <a:buNone/>
              <a:defRPr b="1">
                <a:solidFill>
                  <a:schemeClr val="tx1"/>
                </a:solidFill>
                <a:latin typeface="+mj-lt"/>
              </a:defRPr>
            </a:lvl4pPr>
            <a:lvl5pPr marL="1828800" indent="0">
              <a:buNone/>
              <a:defRPr b="1">
                <a:solidFill>
                  <a:schemeClr val="tx1"/>
                </a:solidFill>
                <a:latin typeface="+mj-lt"/>
              </a:defRPr>
            </a:lvl5pPr>
          </a:lstStyle>
          <a:p>
            <a:pPr lvl="0"/>
            <a:r>
              <a:rPr lang="en-US" dirty="0"/>
              <a:t>#</a:t>
            </a:r>
          </a:p>
        </p:txBody>
      </p:sp>
      <p:sp>
        <p:nvSpPr>
          <p:cNvPr id="42" name="Text Placeholder 3">
            <a:extLst>
              <a:ext uri="{FF2B5EF4-FFF2-40B4-BE49-F238E27FC236}">
                <a16:creationId xmlns:a16="http://schemas.microsoft.com/office/drawing/2014/main" id="{5771C520-4E5C-4853-AE35-F250CB8FB5D8}"/>
              </a:ext>
            </a:extLst>
          </p:cNvPr>
          <p:cNvSpPr>
            <a:spLocks noGrp="1"/>
          </p:cNvSpPr>
          <p:nvPr>
            <p:ph type="body" sz="half" idx="32" hasCustomPrompt="1"/>
          </p:nvPr>
        </p:nvSpPr>
        <p:spPr>
          <a:xfrm>
            <a:off x="3513466" y="1828800"/>
            <a:ext cx="1828800" cy="1940559"/>
          </a:xfrm>
        </p:spPr>
        <p:txBody>
          <a:bodyPr numCol="1">
            <a:noAutofit/>
          </a:bodyPr>
          <a:lstStyle>
            <a:lvl1pPr marL="0" indent="0">
              <a:lnSpc>
                <a:spcPct val="100000"/>
              </a:lnSpc>
              <a:spcBef>
                <a:spcPts val="600"/>
              </a:spcBef>
              <a:buClr>
                <a:schemeClr val="accent2">
                  <a:lumMod val="50000"/>
                </a:schemeClr>
              </a:buClr>
              <a:buSzPct val="120000"/>
              <a:buFont typeface="+mj-lt"/>
              <a:buNone/>
              <a:defRPr sz="1200">
                <a:solidFill>
                  <a:schemeClr val="tx1"/>
                </a:solidFill>
              </a:defRPr>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dirty="0"/>
              <a:t>Click to add text</a:t>
            </a:r>
          </a:p>
        </p:txBody>
      </p:sp>
      <p:sp>
        <p:nvSpPr>
          <p:cNvPr id="11" name="Text Placeholder 8">
            <a:extLst>
              <a:ext uri="{FF2B5EF4-FFF2-40B4-BE49-F238E27FC236}">
                <a16:creationId xmlns:a16="http://schemas.microsoft.com/office/drawing/2014/main" id="{B185744E-C749-E648-C70E-AC21183EC389}"/>
              </a:ext>
            </a:extLst>
          </p:cNvPr>
          <p:cNvSpPr>
            <a:spLocks noGrp="1"/>
          </p:cNvSpPr>
          <p:nvPr>
            <p:ph type="body" sz="quarter" idx="38" hasCustomPrompt="1"/>
          </p:nvPr>
        </p:nvSpPr>
        <p:spPr>
          <a:xfrm>
            <a:off x="5441729" y="1837436"/>
            <a:ext cx="613184" cy="548640"/>
          </a:xfrm>
        </p:spPr>
        <p:txBody>
          <a:bodyPr/>
          <a:lstStyle>
            <a:lvl1pPr marL="0" indent="0" algn="ctr">
              <a:buNone/>
              <a:defRPr sz="3600" b="1" i="1">
                <a:solidFill>
                  <a:schemeClr val="tx1"/>
                </a:solidFill>
                <a:latin typeface="+mj-lt"/>
              </a:defRPr>
            </a:lvl1pPr>
            <a:lvl2pPr marL="457200" indent="0">
              <a:buNone/>
              <a:defRPr b="1">
                <a:solidFill>
                  <a:schemeClr val="tx1"/>
                </a:solidFill>
                <a:latin typeface="+mj-lt"/>
              </a:defRPr>
            </a:lvl2pPr>
            <a:lvl3pPr marL="914400" indent="0">
              <a:buNone/>
              <a:defRPr b="1">
                <a:solidFill>
                  <a:schemeClr val="tx1"/>
                </a:solidFill>
                <a:latin typeface="+mj-lt"/>
              </a:defRPr>
            </a:lvl3pPr>
            <a:lvl4pPr marL="1371600" indent="0">
              <a:buNone/>
              <a:defRPr b="1">
                <a:solidFill>
                  <a:schemeClr val="tx1"/>
                </a:solidFill>
                <a:latin typeface="+mj-lt"/>
              </a:defRPr>
            </a:lvl4pPr>
            <a:lvl5pPr marL="1828800" indent="0">
              <a:buNone/>
              <a:defRPr b="1">
                <a:solidFill>
                  <a:schemeClr val="tx1"/>
                </a:solidFill>
                <a:latin typeface="+mj-lt"/>
              </a:defRPr>
            </a:lvl5pPr>
          </a:lstStyle>
          <a:p>
            <a:pPr lvl="0"/>
            <a:r>
              <a:rPr lang="en-US" dirty="0"/>
              <a:t>#</a:t>
            </a:r>
          </a:p>
        </p:txBody>
      </p:sp>
      <p:sp>
        <p:nvSpPr>
          <p:cNvPr id="44" name="Text Placeholder 3">
            <a:extLst>
              <a:ext uri="{FF2B5EF4-FFF2-40B4-BE49-F238E27FC236}">
                <a16:creationId xmlns:a16="http://schemas.microsoft.com/office/drawing/2014/main" id="{5C64EC75-B525-40E2-B054-6BA5895D0794}"/>
              </a:ext>
            </a:extLst>
          </p:cNvPr>
          <p:cNvSpPr>
            <a:spLocks noGrp="1"/>
          </p:cNvSpPr>
          <p:nvPr>
            <p:ph type="body" sz="half" idx="34" hasCustomPrompt="1"/>
          </p:nvPr>
        </p:nvSpPr>
        <p:spPr>
          <a:xfrm>
            <a:off x="6073201" y="1828800"/>
            <a:ext cx="1828800" cy="1940559"/>
          </a:xfrm>
        </p:spPr>
        <p:txBody>
          <a:bodyPr numCol="1">
            <a:noAutofit/>
          </a:bodyPr>
          <a:lstStyle>
            <a:lvl1pPr marL="0" indent="0">
              <a:lnSpc>
                <a:spcPct val="100000"/>
              </a:lnSpc>
              <a:spcBef>
                <a:spcPts val="600"/>
              </a:spcBef>
              <a:buClr>
                <a:schemeClr val="accent2">
                  <a:lumMod val="50000"/>
                </a:schemeClr>
              </a:buClr>
              <a:buSzPct val="120000"/>
              <a:buFont typeface="+mj-lt"/>
              <a:buNone/>
              <a:defRPr sz="1200">
                <a:solidFill>
                  <a:schemeClr val="tx1"/>
                </a:solidFill>
              </a:defRPr>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dirty="0"/>
              <a:t>Click to add text</a:t>
            </a:r>
          </a:p>
        </p:txBody>
      </p:sp>
      <p:sp>
        <p:nvSpPr>
          <p:cNvPr id="33" name="Picture Placeholder 29" descr="An empty placeholder to add an image. Click on the placeholder and select the image that you wish to add.">
            <a:extLst>
              <a:ext uri="{FF2B5EF4-FFF2-40B4-BE49-F238E27FC236}">
                <a16:creationId xmlns:a16="http://schemas.microsoft.com/office/drawing/2014/main" id="{85FEB9CB-F2B1-47F4-9097-30FAF7942942}"/>
              </a:ext>
            </a:extLst>
          </p:cNvPr>
          <p:cNvSpPr>
            <a:spLocks noGrp="1"/>
          </p:cNvSpPr>
          <p:nvPr>
            <p:ph type="pic" sz="quarter" idx="20" hasCustomPrompt="1"/>
          </p:nvPr>
        </p:nvSpPr>
        <p:spPr>
          <a:xfrm>
            <a:off x="457200" y="4023360"/>
            <a:ext cx="2286000" cy="2377440"/>
          </a:xfrm>
          <a:noFill/>
        </p:spPr>
        <p:txBody>
          <a:bodyPr anchor="ctr" anchorCtr="0">
            <a:normAutofit/>
          </a:bodyPr>
          <a:lstStyle>
            <a:lvl1pPr marL="0" indent="0" algn="ctr">
              <a:buNone/>
              <a:defRPr sz="2000"/>
            </a:lvl1pPr>
          </a:lstStyle>
          <a:p>
            <a:r>
              <a:rPr lang="en-US" dirty="0"/>
              <a:t>Add a picture</a:t>
            </a:r>
          </a:p>
        </p:txBody>
      </p:sp>
      <p:sp>
        <p:nvSpPr>
          <p:cNvPr id="40" name="Picture Placeholder 29" descr="An empty placeholder to add an image. Click on the placeholder and select the image that you wish to add.">
            <a:extLst>
              <a:ext uri="{FF2B5EF4-FFF2-40B4-BE49-F238E27FC236}">
                <a16:creationId xmlns:a16="http://schemas.microsoft.com/office/drawing/2014/main" id="{45707C7B-9828-45A7-AF95-4A3BE756BBBA}"/>
              </a:ext>
            </a:extLst>
          </p:cNvPr>
          <p:cNvSpPr>
            <a:spLocks noGrp="1"/>
          </p:cNvSpPr>
          <p:nvPr>
            <p:ph type="pic" sz="quarter" idx="29" hasCustomPrompt="1"/>
          </p:nvPr>
        </p:nvSpPr>
        <p:spPr>
          <a:xfrm>
            <a:off x="3041517" y="4023360"/>
            <a:ext cx="2286000" cy="2377440"/>
          </a:xfrm>
          <a:noFill/>
        </p:spPr>
        <p:txBody>
          <a:bodyPr anchor="ctr" anchorCtr="0">
            <a:normAutofit/>
          </a:bodyPr>
          <a:lstStyle>
            <a:lvl1pPr marL="0" indent="0" algn="ctr">
              <a:buNone/>
              <a:defRPr sz="2000"/>
            </a:lvl1pPr>
          </a:lstStyle>
          <a:p>
            <a:r>
              <a:rPr lang="en-US" dirty="0"/>
              <a:t>Add a picture</a:t>
            </a:r>
          </a:p>
        </p:txBody>
      </p:sp>
      <p:sp>
        <p:nvSpPr>
          <p:cNvPr id="41" name="Picture Placeholder 29" descr="An empty placeholder to add an image. Click on the placeholder and select the image that you wish to add.">
            <a:extLst>
              <a:ext uri="{FF2B5EF4-FFF2-40B4-BE49-F238E27FC236}">
                <a16:creationId xmlns:a16="http://schemas.microsoft.com/office/drawing/2014/main" id="{56FDA5AA-A766-4B21-8377-9267FFBAE31F}"/>
              </a:ext>
            </a:extLst>
          </p:cNvPr>
          <p:cNvSpPr>
            <a:spLocks noGrp="1"/>
          </p:cNvSpPr>
          <p:nvPr>
            <p:ph type="pic" sz="quarter" idx="31" hasCustomPrompt="1"/>
          </p:nvPr>
        </p:nvSpPr>
        <p:spPr>
          <a:xfrm>
            <a:off x="5625835" y="4023360"/>
            <a:ext cx="2286000" cy="2377440"/>
          </a:xfrm>
          <a:noFill/>
        </p:spPr>
        <p:txBody>
          <a:bodyPr anchor="ctr" anchorCtr="0">
            <a:normAutofit/>
          </a:bodyPr>
          <a:lstStyle>
            <a:lvl1pPr marL="0" indent="0" algn="ctr">
              <a:buNone/>
              <a:defRPr sz="2000"/>
            </a:lvl1pPr>
          </a:lstStyle>
          <a:p>
            <a:r>
              <a:rPr lang="en-US" dirty="0"/>
              <a:t>Add a picture</a:t>
            </a:r>
          </a:p>
        </p:txBody>
      </p:sp>
      <p:sp>
        <p:nvSpPr>
          <p:cNvPr id="7" name="Text Placeholder 27">
            <a:extLst>
              <a:ext uri="{FF2B5EF4-FFF2-40B4-BE49-F238E27FC236}">
                <a16:creationId xmlns:a16="http://schemas.microsoft.com/office/drawing/2014/main" id="{DBE1AF55-241D-46F7-020E-6E023917E453}"/>
              </a:ext>
            </a:extLst>
          </p:cNvPr>
          <p:cNvSpPr>
            <a:spLocks noGrp="1"/>
          </p:cNvSpPr>
          <p:nvPr>
            <p:ph type="body" sz="quarter" idx="35" hasCustomPrompt="1"/>
          </p:nvPr>
        </p:nvSpPr>
        <p:spPr>
          <a:xfrm>
            <a:off x="8803409" y="457199"/>
            <a:ext cx="2468881" cy="1179575"/>
          </a:xfrm>
          <a:noFill/>
          <a:ln w="25400">
            <a:solidFill>
              <a:schemeClr val="bg2">
                <a:lumMod val="90000"/>
              </a:schemeClr>
            </a:solidFill>
          </a:ln>
        </p:spPr>
        <p:txBody>
          <a:bodyPr lIns="182880" tIns="182880" rIns="182880" bIns="182880" anchor="t" anchorCtr="0">
            <a:noAutofit/>
          </a:bodyPr>
          <a:lstStyle>
            <a:lvl1pPr marL="0" indent="0" algn="l">
              <a:lnSpc>
                <a:spcPct val="100000"/>
              </a:lnSpc>
              <a:spcBef>
                <a:spcPts val="0"/>
              </a:spcBef>
              <a:buNone/>
              <a:defRPr sz="1400" b="1" i="0" cap="all" baseline="0">
                <a:solidFill>
                  <a:schemeClr val="tx1"/>
                </a:solidFill>
                <a:latin typeface="Franklin Gothic Medium" panose="020B0603020102020204" pitchFamily="34" charset="0"/>
              </a:defRPr>
            </a:lvl1pPr>
            <a:lvl2pPr marL="457200" indent="0">
              <a:buNone/>
              <a:defRPr/>
            </a:lvl2pPr>
            <a:lvl3pPr marL="914400" indent="0">
              <a:buNone/>
              <a:defRPr/>
            </a:lvl3pPr>
            <a:lvl4pPr marL="1371600" indent="0">
              <a:buNone/>
              <a:defRPr/>
            </a:lvl4pPr>
            <a:lvl5pPr marL="1828800" indent="0">
              <a:buNone/>
              <a:defRPr/>
            </a:lvl5pPr>
          </a:lstStyle>
          <a:p>
            <a:pPr lvl="0"/>
            <a:r>
              <a:rPr lang="en-US" dirty="0"/>
              <a:t>add text</a:t>
            </a:r>
          </a:p>
        </p:txBody>
      </p:sp>
      <p:sp>
        <p:nvSpPr>
          <p:cNvPr id="8" name="Text Placeholder 5">
            <a:extLst>
              <a:ext uri="{FF2B5EF4-FFF2-40B4-BE49-F238E27FC236}">
                <a16:creationId xmlns:a16="http://schemas.microsoft.com/office/drawing/2014/main" id="{7D37B2C1-B0B7-3A07-F79E-132B06771648}"/>
              </a:ext>
            </a:extLst>
          </p:cNvPr>
          <p:cNvSpPr>
            <a:spLocks noGrp="1"/>
          </p:cNvSpPr>
          <p:nvPr>
            <p:ph type="body" sz="quarter" idx="36" hasCustomPrompt="1"/>
          </p:nvPr>
        </p:nvSpPr>
        <p:spPr>
          <a:xfrm>
            <a:off x="8861062" y="972659"/>
            <a:ext cx="2331194" cy="527872"/>
          </a:xfrm>
        </p:spPr>
        <p:txBody>
          <a:bodyPr/>
          <a:lstStyle>
            <a:lvl1pPr marL="0" indent="0">
              <a:buNone/>
              <a:defRPr sz="1200">
                <a:solidFill>
                  <a:schemeClr val="tx1"/>
                </a:solidFill>
              </a:defRPr>
            </a:lvl1pPr>
            <a:lvl2pPr marL="457200" indent="0">
              <a:buNone/>
              <a:defRPr sz="1200"/>
            </a:lvl2pPr>
            <a:lvl3pPr marL="914400" indent="0">
              <a:buNone/>
              <a:defRPr sz="1200"/>
            </a:lvl3pPr>
            <a:lvl4pPr marL="1371600" indent="0">
              <a:buNone/>
              <a:defRPr sz="1200"/>
            </a:lvl4pPr>
            <a:lvl5pPr marL="1828800" indent="0">
              <a:buNone/>
              <a:defRPr sz="1200"/>
            </a:lvl5pPr>
          </a:lstStyle>
          <a:p>
            <a:pPr lvl="0"/>
            <a:r>
              <a:rPr lang="en-US" dirty="0"/>
              <a:t>Click to add text </a:t>
            </a:r>
          </a:p>
        </p:txBody>
      </p:sp>
      <p:sp>
        <p:nvSpPr>
          <p:cNvPr id="27" name="Text Placeholder 3">
            <a:extLst>
              <a:ext uri="{FF2B5EF4-FFF2-40B4-BE49-F238E27FC236}">
                <a16:creationId xmlns:a16="http://schemas.microsoft.com/office/drawing/2014/main" id="{0A7E883A-5927-45B9-A5FB-8EFF513E0CAA}"/>
              </a:ext>
            </a:extLst>
          </p:cNvPr>
          <p:cNvSpPr>
            <a:spLocks noGrp="1"/>
          </p:cNvSpPr>
          <p:nvPr>
            <p:ph type="body" sz="half" idx="19" hasCustomPrompt="1"/>
          </p:nvPr>
        </p:nvSpPr>
        <p:spPr>
          <a:xfrm>
            <a:off x="8803410" y="1828800"/>
            <a:ext cx="2468880" cy="365760"/>
          </a:xfrm>
        </p:spPr>
        <p:txBody>
          <a:bodyPr tIns="0">
            <a:noAutofit/>
          </a:bodyPr>
          <a:lstStyle>
            <a:lvl1pPr marL="0" indent="0" algn="l">
              <a:buNone/>
              <a:defRPr sz="1400" b="1" i="0" cap="all" spc="100" baseline="0">
                <a:solidFill>
                  <a:schemeClr val="tx1"/>
                </a:solidFill>
                <a:latin typeface="Franklin Gothic Medium" panose="020B0603020102020204" pitchFamily="34" charset="0"/>
              </a:defRPr>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dirty="0"/>
              <a:t>Click to add text</a:t>
            </a:r>
          </a:p>
        </p:txBody>
      </p:sp>
      <p:sp>
        <p:nvSpPr>
          <p:cNvPr id="19" name="Text Placeholder 3">
            <a:extLst>
              <a:ext uri="{FF2B5EF4-FFF2-40B4-BE49-F238E27FC236}">
                <a16:creationId xmlns:a16="http://schemas.microsoft.com/office/drawing/2014/main" id="{51D8D2EE-CE39-4FED-B22E-D2513633F89E}"/>
              </a:ext>
            </a:extLst>
          </p:cNvPr>
          <p:cNvSpPr>
            <a:spLocks noGrp="1"/>
          </p:cNvSpPr>
          <p:nvPr>
            <p:ph type="body" sz="half" idx="18" hasCustomPrompt="1"/>
          </p:nvPr>
        </p:nvSpPr>
        <p:spPr>
          <a:xfrm>
            <a:off x="8803410" y="2194561"/>
            <a:ext cx="2468880" cy="3500846"/>
          </a:xfrm>
        </p:spPr>
        <p:txBody>
          <a:bodyPr numCol="1">
            <a:noAutofit/>
          </a:bodyPr>
          <a:lstStyle>
            <a:lvl1pPr marL="228600" indent="-228600">
              <a:lnSpc>
                <a:spcPts val="1400"/>
              </a:lnSpc>
              <a:spcBef>
                <a:spcPts val="0"/>
              </a:spcBef>
              <a:spcAft>
                <a:spcPts val="700"/>
              </a:spcAft>
              <a:buFont typeface="Arial" panose="020B0604020202020204" pitchFamily="34" charset="0"/>
              <a:buChar char="•"/>
              <a:tabLst>
                <a:tab pos="112713" algn="r"/>
                <a:tab pos="233363" algn="l"/>
              </a:tabLst>
              <a:defRPr sz="1200">
                <a:solidFill>
                  <a:schemeClr val="tx1"/>
                </a:solidFill>
              </a:defRPr>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dirty="0"/>
              <a:t>Click to add text</a:t>
            </a:r>
          </a:p>
        </p:txBody>
      </p:sp>
      <p:sp>
        <p:nvSpPr>
          <p:cNvPr id="26" name="Text Placeholder 3">
            <a:extLst>
              <a:ext uri="{FF2B5EF4-FFF2-40B4-BE49-F238E27FC236}">
                <a16:creationId xmlns:a16="http://schemas.microsoft.com/office/drawing/2014/main" id="{65B16179-CC8B-4981-9526-8E3E08E72C6A}"/>
              </a:ext>
            </a:extLst>
          </p:cNvPr>
          <p:cNvSpPr>
            <a:spLocks noGrp="1"/>
          </p:cNvSpPr>
          <p:nvPr>
            <p:ph type="body" sz="half" idx="15" hasCustomPrompt="1"/>
          </p:nvPr>
        </p:nvSpPr>
        <p:spPr>
          <a:xfrm>
            <a:off x="8803410" y="5695407"/>
            <a:ext cx="2468880" cy="751113"/>
          </a:xfrm>
        </p:spPr>
        <p:txBody>
          <a:bodyPr bIns="0" numCol="1" anchor="t" anchorCtr="0">
            <a:noAutofit/>
          </a:bodyPr>
          <a:lstStyle>
            <a:lvl1pPr marL="0" indent="0">
              <a:lnSpc>
                <a:spcPts val="1400"/>
              </a:lnSpc>
              <a:buNone/>
              <a:defRPr sz="1000">
                <a:solidFill>
                  <a:schemeClr val="tx1"/>
                </a:solidFill>
              </a:defRPr>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dirty="0"/>
              <a:t>Click to add text</a:t>
            </a:r>
          </a:p>
        </p:txBody>
      </p:sp>
      <p:sp>
        <p:nvSpPr>
          <p:cNvPr id="6" name="Slide Number Placeholder 5">
            <a:extLst>
              <a:ext uri="{FF2B5EF4-FFF2-40B4-BE49-F238E27FC236}">
                <a16:creationId xmlns:a16="http://schemas.microsoft.com/office/drawing/2014/main" id="{D306F6CE-FA17-07AF-E9BA-CB6242B9B2CF}"/>
              </a:ext>
            </a:extLst>
          </p:cNvPr>
          <p:cNvSpPr>
            <a:spLocks noGrp="1"/>
          </p:cNvSpPr>
          <p:nvPr>
            <p:ph type="sldNum" sz="quarter" idx="4"/>
          </p:nvPr>
        </p:nvSpPr>
        <p:spPr>
          <a:xfrm>
            <a:off x="11274552" y="5989319"/>
            <a:ext cx="457200" cy="457200"/>
          </a:xfrm>
          <a:prstGeom prst="rect">
            <a:avLst/>
          </a:prstGeom>
        </p:spPr>
        <p:txBody>
          <a:bodyPr vert="horz" lIns="0" tIns="0" rIns="0" bIns="0" rtlCol="0" anchor="b" anchorCtr="0"/>
          <a:lstStyle>
            <a:lvl1pPr algn="r">
              <a:lnSpc>
                <a:spcPts val="1680"/>
              </a:lnSpc>
              <a:defRPr sz="1600" b="1" i="1">
                <a:solidFill>
                  <a:schemeClr val="tx1">
                    <a:lumMod val="85000"/>
                    <a:lumOff val="15000"/>
                  </a:schemeClr>
                </a:solidFill>
                <a:latin typeface="+mj-lt"/>
              </a:defRPr>
            </a:lvl1pPr>
          </a:lstStyle>
          <a:p>
            <a:fld id="{745CA84A-544F-4B6B-BC9A-925394EE73B5}" type="slidenum">
              <a:rPr lang="en-US" smtClean="0"/>
              <a:pPr/>
              <a:t>‹#›</a:t>
            </a:fld>
            <a:endParaRPr lang="en-US" dirty="0"/>
          </a:p>
        </p:txBody>
      </p:sp>
    </p:spTree>
    <p:extLst>
      <p:ext uri="{BB962C8B-B14F-4D97-AF65-F5344CB8AC3E}">
        <p14:creationId xmlns:p14="http://schemas.microsoft.com/office/powerpoint/2010/main" val="2084993849"/>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Recipe Layout 5">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703CD38C-843F-B826-0F88-EA76F39C7463}"/>
              </a:ext>
              <a:ext uri="{C183D7F6-B498-43B3-948B-1728B52AA6E4}">
                <adec:decorative xmlns:adec="http://schemas.microsoft.com/office/drawing/2017/decorative" val="1"/>
              </a:ext>
            </a:extLst>
          </p:cNvPr>
          <p:cNvSpPr/>
          <p:nvPr userDrawn="1"/>
        </p:nvSpPr>
        <p:spPr>
          <a:xfrm>
            <a:off x="6099623" y="0"/>
            <a:ext cx="6092377" cy="6858000"/>
          </a:xfrm>
          <a:prstGeom prst="rect">
            <a:avLst/>
          </a:prstGeom>
          <a:solidFill>
            <a:schemeClr val="bg2">
              <a:alpha val="5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8" name="Title 1">
            <a:extLst>
              <a:ext uri="{FF2B5EF4-FFF2-40B4-BE49-F238E27FC236}">
                <a16:creationId xmlns:a16="http://schemas.microsoft.com/office/drawing/2014/main" id="{6B7BA88D-F843-4122-A255-381B3A7EE79F}"/>
              </a:ext>
            </a:extLst>
          </p:cNvPr>
          <p:cNvSpPr>
            <a:spLocks noGrp="1"/>
          </p:cNvSpPr>
          <p:nvPr>
            <p:ph type="title" hasCustomPrompt="1"/>
          </p:nvPr>
        </p:nvSpPr>
        <p:spPr>
          <a:xfrm>
            <a:off x="457200" y="457200"/>
            <a:ext cx="5212080" cy="731520"/>
          </a:xfrm>
          <a:prstGeom prst="rect">
            <a:avLst/>
          </a:prstGeom>
        </p:spPr>
        <p:txBody>
          <a:bodyPr lIns="91440" tIns="0" bIns="91440" anchor="t" anchorCtr="0">
            <a:noAutofit/>
          </a:bodyPr>
          <a:lstStyle>
            <a:lvl1pPr algn="l">
              <a:defRPr sz="3800">
                <a:solidFill>
                  <a:schemeClr val="tx1">
                    <a:lumMod val="85000"/>
                    <a:lumOff val="15000"/>
                  </a:schemeClr>
                </a:solidFill>
              </a:defRPr>
            </a:lvl1pPr>
          </a:lstStyle>
          <a:p>
            <a:r>
              <a:rPr lang="en-US" dirty="0"/>
              <a:t>Click to add title</a:t>
            </a:r>
          </a:p>
        </p:txBody>
      </p:sp>
      <p:sp>
        <p:nvSpPr>
          <p:cNvPr id="20" name="Subtitle 2">
            <a:extLst>
              <a:ext uri="{FF2B5EF4-FFF2-40B4-BE49-F238E27FC236}">
                <a16:creationId xmlns:a16="http://schemas.microsoft.com/office/drawing/2014/main" id="{14C40663-56FC-4BDA-A2FD-599A32A8CD21}"/>
              </a:ext>
            </a:extLst>
          </p:cNvPr>
          <p:cNvSpPr>
            <a:spLocks noGrp="1"/>
          </p:cNvSpPr>
          <p:nvPr>
            <p:ph type="subTitle" idx="10" hasCustomPrompt="1"/>
          </p:nvPr>
        </p:nvSpPr>
        <p:spPr>
          <a:xfrm>
            <a:off x="457200" y="1234440"/>
            <a:ext cx="5212080" cy="402336"/>
          </a:xfrm>
        </p:spPr>
        <p:txBody>
          <a:bodyPr lIns="91440">
            <a:noAutofit/>
          </a:bodyPr>
          <a:lstStyle>
            <a:lvl1pPr marL="0" indent="0" algn="l">
              <a:buNone/>
              <a:defRPr sz="1100" b="1" i="1">
                <a:solidFill>
                  <a:schemeClr val="tx1">
                    <a:lumMod val="85000"/>
                    <a:lumOff val="15000"/>
                  </a:schemeClr>
                </a:solidFill>
                <a:latin typeface="+mj-lt"/>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dirty="0"/>
              <a:t>Click to add subtitle</a:t>
            </a:r>
          </a:p>
        </p:txBody>
      </p:sp>
      <p:sp>
        <p:nvSpPr>
          <p:cNvPr id="3" name="Picture Placeholder 29" descr="An empty placeholder to add an image. Click on the placeholder and select the image that you wish to add.">
            <a:extLst>
              <a:ext uri="{FF2B5EF4-FFF2-40B4-BE49-F238E27FC236}">
                <a16:creationId xmlns:a16="http://schemas.microsoft.com/office/drawing/2014/main" id="{79870104-83A7-A628-B0CE-73DD22B8228C}"/>
              </a:ext>
            </a:extLst>
          </p:cNvPr>
          <p:cNvSpPr>
            <a:spLocks noGrp="1"/>
          </p:cNvSpPr>
          <p:nvPr>
            <p:ph type="pic" sz="quarter" idx="38" hasCustomPrompt="1"/>
          </p:nvPr>
        </p:nvSpPr>
        <p:spPr>
          <a:xfrm>
            <a:off x="457200" y="1828800"/>
            <a:ext cx="5212080" cy="1143264"/>
          </a:xfrm>
          <a:noFill/>
        </p:spPr>
        <p:txBody>
          <a:bodyPr anchor="ctr" anchorCtr="0">
            <a:normAutofit/>
          </a:bodyPr>
          <a:lstStyle>
            <a:lvl1pPr marL="0" indent="0" algn="ctr">
              <a:buNone/>
              <a:defRPr sz="1800"/>
            </a:lvl1pPr>
          </a:lstStyle>
          <a:p>
            <a:r>
              <a:rPr lang="en-US" dirty="0"/>
              <a:t>Add a picture</a:t>
            </a:r>
          </a:p>
        </p:txBody>
      </p:sp>
      <p:sp>
        <p:nvSpPr>
          <p:cNvPr id="27" name="Text Placeholder 27">
            <a:extLst>
              <a:ext uri="{FF2B5EF4-FFF2-40B4-BE49-F238E27FC236}">
                <a16:creationId xmlns:a16="http://schemas.microsoft.com/office/drawing/2014/main" id="{7B211DA6-5909-4778-ACCB-FDDE1061AEEB}"/>
              </a:ext>
            </a:extLst>
          </p:cNvPr>
          <p:cNvSpPr>
            <a:spLocks noGrp="1"/>
          </p:cNvSpPr>
          <p:nvPr>
            <p:ph type="body" sz="quarter" idx="18" hasCustomPrompt="1"/>
          </p:nvPr>
        </p:nvSpPr>
        <p:spPr>
          <a:xfrm>
            <a:off x="457200" y="3179063"/>
            <a:ext cx="5212080" cy="548640"/>
          </a:xfrm>
          <a:noFill/>
          <a:ln w="25400">
            <a:solidFill>
              <a:schemeClr val="bg2"/>
            </a:solidFill>
          </a:ln>
        </p:spPr>
        <p:txBody>
          <a:bodyPr lIns="182880" tIns="182880" rIns="182880" bIns="182880" anchor="ctr" anchorCtr="0">
            <a:noAutofit/>
          </a:bodyPr>
          <a:lstStyle>
            <a:lvl1pPr marL="0" indent="0" algn="l">
              <a:lnSpc>
                <a:spcPct val="100000"/>
              </a:lnSpc>
              <a:spcBef>
                <a:spcPts val="0"/>
              </a:spcBef>
              <a:buNone/>
              <a:defRPr sz="1200" b="1" i="0" cap="all" baseline="0">
                <a:solidFill>
                  <a:schemeClr val="tx1"/>
                </a:solidFill>
                <a:latin typeface="Franklin Gothic Medium" panose="020B0603020102020204" pitchFamily="34" charset="0"/>
              </a:defRPr>
            </a:lvl1pPr>
            <a:lvl2pPr marL="457200" indent="0">
              <a:buNone/>
              <a:defRPr/>
            </a:lvl2pPr>
            <a:lvl3pPr marL="914400" indent="0">
              <a:buNone/>
              <a:defRPr/>
            </a:lvl3pPr>
            <a:lvl4pPr marL="1371600" indent="0">
              <a:buNone/>
              <a:defRPr/>
            </a:lvl4pPr>
            <a:lvl5pPr marL="1828800" indent="0">
              <a:buNone/>
              <a:defRPr/>
            </a:lvl5pPr>
          </a:lstStyle>
          <a:p>
            <a:pPr lvl="0"/>
            <a:r>
              <a:rPr lang="en-US" dirty="0"/>
              <a:t> text</a:t>
            </a:r>
          </a:p>
        </p:txBody>
      </p:sp>
      <p:sp>
        <p:nvSpPr>
          <p:cNvPr id="8" name="Text Placeholder 7">
            <a:extLst>
              <a:ext uri="{FF2B5EF4-FFF2-40B4-BE49-F238E27FC236}">
                <a16:creationId xmlns:a16="http://schemas.microsoft.com/office/drawing/2014/main" id="{F4AF6F60-B67D-34B7-DD70-06F3BD0FA5A4}"/>
              </a:ext>
            </a:extLst>
          </p:cNvPr>
          <p:cNvSpPr>
            <a:spLocks noGrp="1"/>
          </p:cNvSpPr>
          <p:nvPr>
            <p:ph type="body" sz="quarter" idx="39" hasCustomPrompt="1"/>
          </p:nvPr>
        </p:nvSpPr>
        <p:spPr>
          <a:xfrm>
            <a:off x="1078276" y="3278748"/>
            <a:ext cx="4542409" cy="360362"/>
          </a:xfrm>
        </p:spPr>
        <p:txBody>
          <a:bodyPr lIns="0" anchor="ctr"/>
          <a:lstStyle>
            <a:lvl1pPr marL="0" indent="0">
              <a:buNone/>
              <a:defRPr sz="1200">
                <a:solidFill>
                  <a:schemeClr val="tx1"/>
                </a:solidFill>
              </a:defRPr>
            </a:lvl1pPr>
            <a:lvl2pPr marL="457200" indent="0">
              <a:buNone/>
              <a:defRPr sz="1200">
                <a:solidFill>
                  <a:schemeClr val="tx1"/>
                </a:solidFill>
              </a:defRPr>
            </a:lvl2pPr>
            <a:lvl3pPr marL="914400" indent="0">
              <a:buNone/>
              <a:defRPr sz="1200">
                <a:solidFill>
                  <a:schemeClr val="tx1"/>
                </a:solidFill>
              </a:defRPr>
            </a:lvl3pPr>
            <a:lvl4pPr marL="1371600" indent="0">
              <a:buNone/>
              <a:defRPr sz="1200">
                <a:solidFill>
                  <a:schemeClr val="tx1"/>
                </a:solidFill>
              </a:defRPr>
            </a:lvl4pPr>
            <a:lvl5pPr marL="1828800" indent="0">
              <a:buNone/>
              <a:defRPr sz="1200">
                <a:solidFill>
                  <a:schemeClr val="tx1"/>
                </a:solidFill>
              </a:defRPr>
            </a:lvl5pPr>
          </a:lstStyle>
          <a:p>
            <a:pPr lvl="0"/>
            <a:r>
              <a:rPr lang="en-US" dirty="0"/>
              <a:t>Click to add text</a:t>
            </a:r>
          </a:p>
        </p:txBody>
      </p:sp>
      <p:sp>
        <p:nvSpPr>
          <p:cNvPr id="25" name="Text Placeholder 3">
            <a:extLst>
              <a:ext uri="{FF2B5EF4-FFF2-40B4-BE49-F238E27FC236}">
                <a16:creationId xmlns:a16="http://schemas.microsoft.com/office/drawing/2014/main" id="{4C47130C-295F-469B-8A2F-DACEF5B5A598}"/>
              </a:ext>
            </a:extLst>
          </p:cNvPr>
          <p:cNvSpPr>
            <a:spLocks noGrp="1"/>
          </p:cNvSpPr>
          <p:nvPr>
            <p:ph type="body" sz="half" idx="11" hasCustomPrompt="1"/>
          </p:nvPr>
        </p:nvSpPr>
        <p:spPr>
          <a:xfrm>
            <a:off x="457199" y="3934702"/>
            <a:ext cx="5212080" cy="365760"/>
          </a:xfrm>
        </p:spPr>
        <p:txBody>
          <a:bodyPr>
            <a:noAutofit/>
          </a:bodyPr>
          <a:lstStyle>
            <a:lvl1pPr marL="0" indent="0" algn="l">
              <a:buNone/>
              <a:defRPr sz="1400" b="1" i="0" cap="all" spc="100" baseline="0">
                <a:solidFill>
                  <a:schemeClr val="tx1">
                    <a:lumMod val="85000"/>
                    <a:lumOff val="15000"/>
                  </a:schemeClr>
                </a:solidFill>
                <a:latin typeface="Franklin Gothic Medium" panose="020B0603020102020204" pitchFamily="34" charset="0"/>
              </a:defRPr>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dirty="0"/>
              <a:t>Click to add text</a:t>
            </a:r>
          </a:p>
        </p:txBody>
      </p:sp>
      <p:sp>
        <p:nvSpPr>
          <p:cNvPr id="34" name="Text Placeholder 3">
            <a:extLst>
              <a:ext uri="{FF2B5EF4-FFF2-40B4-BE49-F238E27FC236}">
                <a16:creationId xmlns:a16="http://schemas.microsoft.com/office/drawing/2014/main" id="{5EFB9AC3-DB43-4B4E-B74E-1ED156A18510}"/>
              </a:ext>
            </a:extLst>
          </p:cNvPr>
          <p:cNvSpPr>
            <a:spLocks noGrp="1"/>
          </p:cNvSpPr>
          <p:nvPr>
            <p:ph type="body" sz="half" idx="12" hasCustomPrompt="1"/>
          </p:nvPr>
        </p:nvSpPr>
        <p:spPr>
          <a:xfrm>
            <a:off x="457199" y="4300463"/>
            <a:ext cx="5212080" cy="1615440"/>
          </a:xfrm>
        </p:spPr>
        <p:txBody>
          <a:bodyPr numCol="2" spcCol="457200">
            <a:noAutofit/>
          </a:bodyPr>
          <a:lstStyle>
            <a:lvl1pPr marL="228600" indent="-228600">
              <a:lnSpc>
                <a:spcPts val="1400"/>
              </a:lnSpc>
              <a:spcBef>
                <a:spcPts val="0"/>
              </a:spcBef>
              <a:spcAft>
                <a:spcPts val="700"/>
              </a:spcAft>
              <a:buFont typeface="Arial" panose="020B0604020202020204" pitchFamily="34" charset="0"/>
              <a:buChar char="•"/>
              <a:tabLst>
                <a:tab pos="112713" algn="r"/>
                <a:tab pos="233363" algn="l"/>
              </a:tabLst>
              <a:defRPr sz="1200">
                <a:solidFill>
                  <a:schemeClr val="tx1"/>
                </a:solidFill>
              </a:defRPr>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dirty="0"/>
              <a:t>Click to add text</a:t>
            </a:r>
          </a:p>
        </p:txBody>
      </p:sp>
      <p:sp>
        <p:nvSpPr>
          <p:cNvPr id="36" name="Text Placeholder 3">
            <a:extLst>
              <a:ext uri="{FF2B5EF4-FFF2-40B4-BE49-F238E27FC236}">
                <a16:creationId xmlns:a16="http://schemas.microsoft.com/office/drawing/2014/main" id="{1808718C-849A-4063-A7DB-6A25E4823A61}"/>
              </a:ext>
            </a:extLst>
          </p:cNvPr>
          <p:cNvSpPr>
            <a:spLocks noGrp="1"/>
          </p:cNvSpPr>
          <p:nvPr>
            <p:ph type="body" sz="half" idx="15" hasCustomPrompt="1"/>
          </p:nvPr>
        </p:nvSpPr>
        <p:spPr>
          <a:xfrm>
            <a:off x="457200" y="5989320"/>
            <a:ext cx="5212080" cy="457200"/>
          </a:xfrm>
        </p:spPr>
        <p:txBody>
          <a:bodyPr bIns="0" numCol="1" anchor="b" anchorCtr="0">
            <a:noAutofit/>
          </a:bodyPr>
          <a:lstStyle>
            <a:lvl1pPr marL="0" indent="0">
              <a:lnSpc>
                <a:spcPct val="100000"/>
              </a:lnSpc>
              <a:spcBef>
                <a:spcPts val="0"/>
              </a:spcBef>
              <a:buNone/>
              <a:defRPr sz="1000">
                <a:solidFill>
                  <a:schemeClr val="tx1"/>
                </a:solidFill>
              </a:defRPr>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dirty="0"/>
              <a:t>Click to add text</a:t>
            </a:r>
          </a:p>
        </p:txBody>
      </p:sp>
      <p:sp>
        <p:nvSpPr>
          <p:cNvPr id="9" name="Text Placeholder 8">
            <a:extLst>
              <a:ext uri="{FF2B5EF4-FFF2-40B4-BE49-F238E27FC236}">
                <a16:creationId xmlns:a16="http://schemas.microsoft.com/office/drawing/2014/main" id="{EE0586B6-B686-73DD-B5AE-D4E97DB54CC7}"/>
              </a:ext>
            </a:extLst>
          </p:cNvPr>
          <p:cNvSpPr>
            <a:spLocks noGrp="1"/>
          </p:cNvSpPr>
          <p:nvPr>
            <p:ph type="body" sz="quarter" idx="40" hasCustomPrompt="1"/>
          </p:nvPr>
        </p:nvSpPr>
        <p:spPr>
          <a:xfrm>
            <a:off x="6338148" y="457200"/>
            <a:ext cx="613184" cy="548640"/>
          </a:xfrm>
        </p:spPr>
        <p:txBody>
          <a:bodyPr/>
          <a:lstStyle>
            <a:lvl1pPr marL="0" indent="0" algn="ctr">
              <a:buNone/>
              <a:defRPr sz="3600" b="1" i="1">
                <a:solidFill>
                  <a:schemeClr val="tx1"/>
                </a:solidFill>
                <a:latin typeface="+mj-lt"/>
              </a:defRPr>
            </a:lvl1pPr>
            <a:lvl2pPr marL="457200" indent="0">
              <a:buNone/>
              <a:defRPr b="1">
                <a:solidFill>
                  <a:schemeClr val="tx1"/>
                </a:solidFill>
                <a:latin typeface="+mj-lt"/>
              </a:defRPr>
            </a:lvl2pPr>
            <a:lvl3pPr marL="914400" indent="0">
              <a:buNone/>
              <a:defRPr b="1">
                <a:solidFill>
                  <a:schemeClr val="tx1"/>
                </a:solidFill>
                <a:latin typeface="+mj-lt"/>
              </a:defRPr>
            </a:lvl3pPr>
            <a:lvl4pPr marL="1371600" indent="0">
              <a:buNone/>
              <a:defRPr b="1">
                <a:solidFill>
                  <a:schemeClr val="tx1"/>
                </a:solidFill>
                <a:latin typeface="+mj-lt"/>
              </a:defRPr>
            </a:lvl4pPr>
            <a:lvl5pPr marL="1828800" indent="0">
              <a:buNone/>
              <a:defRPr b="1">
                <a:solidFill>
                  <a:schemeClr val="tx1"/>
                </a:solidFill>
                <a:latin typeface="+mj-lt"/>
              </a:defRPr>
            </a:lvl5pPr>
          </a:lstStyle>
          <a:p>
            <a:pPr lvl="0"/>
            <a:r>
              <a:rPr lang="en-US" dirty="0"/>
              <a:t>#</a:t>
            </a:r>
          </a:p>
        </p:txBody>
      </p:sp>
      <p:sp>
        <p:nvSpPr>
          <p:cNvPr id="53" name="Text Placeholder 3">
            <a:extLst>
              <a:ext uri="{FF2B5EF4-FFF2-40B4-BE49-F238E27FC236}">
                <a16:creationId xmlns:a16="http://schemas.microsoft.com/office/drawing/2014/main" id="{55A40829-372A-4BD2-9DFD-55A1E0FC7A6C}"/>
              </a:ext>
            </a:extLst>
          </p:cNvPr>
          <p:cNvSpPr>
            <a:spLocks noGrp="1"/>
          </p:cNvSpPr>
          <p:nvPr>
            <p:ph type="body" sz="half" idx="21" hasCustomPrompt="1"/>
          </p:nvPr>
        </p:nvSpPr>
        <p:spPr>
          <a:xfrm>
            <a:off x="6961306" y="457200"/>
            <a:ext cx="2286000" cy="1280160"/>
          </a:xfrm>
        </p:spPr>
        <p:txBody>
          <a:bodyPr tIns="45720" numCol="1">
            <a:noAutofit/>
          </a:bodyPr>
          <a:lstStyle>
            <a:lvl1pPr marL="0" indent="0">
              <a:lnSpc>
                <a:spcPct val="100000"/>
              </a:lnSpc>
              <a:spcBef>
                <a:spcPts val="600"/>
              </a:spcBef>
              <a:buClr>
                <a:schemeClr val="accent2">
                  <a:lumMod val="50000"/>
                </a:schemeClr>
              </a:buClr>
              <a:buSzPct val="120000"/>
              <a:buFont typeface="+mj-lt"/>
              <a:buNone/>
              <a:defRPr sz="1200">
                <a:solidFill>
                  <a:schemeClr val="tx1"/>
                </a:solidFill>
              </a:defRPr>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dirty="0"/>
              <a:t>Click to add text</a:t>
            </a:r>
          </a:p>
        </p:txBody>
      </p:sp>
      <p:sp>
        <p:nvSpPr>
          <p:cNvPr id="37" name="Picture Placeholder 29" descr="An empty placeholder to add an image. Click on the placeholder and select the image that you wish to add.">
            <a:extLst>
              <a:ext uri="{FF2B5EF4-FFF2-40B4-BE49-F238E27FC236}">
                <a16:creationId xmlns:a16="http://schemas.microsoft.com/office/drawing/2014/main" id="{ADBABE7C-83A0-42FB-9AB1-BD7454D9103E}"/>
              </a:ext>
            </a:extLst>
          </p:cNvPr>
          <p:cNvSpPr>
            <a:spLocks noGrp="1"/>
          </p:cNvSpPr>
          <p:nvPr>
            <p:ph type="pic" sz="quarter" idx="19" hasCustomPrompt="1"/>
          </p:nvPr>
        </p:nvSpPr>
        <p:spPr>
          <a:xfrm>
            <a:off x="9532822" y="457200"/>
            <a:ext cx="1737360" cy="1280160"/>
          </a:xfrm>
          <a:noFill/>
        </p:spPr>
        <p:txBody>
          <a:bodyPr anchor="ctr" anchorCtr="0">
            <a:normAutofit/>
          </a:bodyPr>
          <a:lstStyle>
            <a:lvl1pPr marL="0" indent="0" algn="ctr">
              <a:buNone/>
              <a:defRPr sz="1800"/>
            </a:lvl1pPr>
          </a:lstStyle>
          <a:p>
            <a:r>
              <a:rPr lang="en-US" dirty="0"/>
              <a:t>Add a picture</a:t>
            </a:r>
          </a:p>
        </p:txBody>
      </p:sp>
      <p:sp>
        <p:nvSpPr>
          <p:cNvPr id="10" name="Text Placeholder 8">
            <a:extLst>
              <a:ext uri="{FF2B5EF4-FFF2-40B4-BE49-F238E27FC236}">
                <a16:creationId xmlns:a16="http://schemas.microsoft.com/office/drawing/2014/main" id="{B8825E8D-E945-5FCF-3D2A-5DAD4603912B}"/>
              </a:ext>
            </a:extLst>
          </p:cNvPr>
          <p:cNvSpPr>
            <a:spLocks noGrp="1"/>
          </p:cNvSpPr>
          <p:nvPr>
            <p:ph type="body" sz="quarter" idx="34" hasCustomPrompt="1"/>
          </p:nvPr>
        </p:nvSpPr>
        <p:spPr>
          <a:xfrm>
            <a:off x="6335099" y="2008227"/>
            <a:ext cx="613184" cy="548640"/>
          </a:xfrm>
        </p:spPr>
        <p:txBody>
          <a:bodyPr/>
          <a:lstStyle>
            <a:lvl1pPr marL="0" indent="0" algn="ctr">
              <a:buNone/>
              <a:defRPr sz="3600" b="1" i="1">
                <a:solidFill>
                  <a:schemeClr val="tx1"/>
                </a:solidFill>
                <a:latin typeface="+mj-lt"/>
              </a:defRPr>
            </a:lvl1pPr>
            <a:lvl2pPr marL="457200" indent="0">
              <a:buNone/>
              <a:defRPr b="1">
                <a:solidFill>
                  <a:schemeClr val="tx1"/>
                </a:solidFill>
                <a:latin typeface="+mj-lt"/>
              </a:defRPr>
            </a:lvl2pPr>
            <a:lvl3pPr marL="914400" indent="0">
              <a:buNone/>
              <a:defRPr b="1">
                <a:solidFill>
                  <a:schemeClr val="tx1"/>
                </a:solidFill>
                <a:latin typeface="+mj-lt"/>
              </a:defRPr>
            </a:lvl3pPr>
            <a:lvl4pPr marL="1371600" indent="0">
              <a:buNone/>
              <a:defRPr b="1">
                <a:solidFill>
                  <a:schemeClr val="tx1"/>
                </a:solidFill>
                <a:latin typeface="+mj-lt"/>
              </a:defRPr>
            </a:lvl4pPr>
            <a:lvl5pPr marL="1828800" indent="0">
              <a:buNone/>
              <a:defRPr b="1">
                <a:solidFill>
                  <a:schemeClr val="tx1"/>
                </a:solidFill>
                <a:latin typeface="+mj-lt"/>
              </a:defRPr>
            </a:lvl5pPr>
          </a:lstStyle>
          <a:p>
            <a:pPr lvl="0"/>
            <a:r>
              <a:rPr lang="en-US" dirty="0"/>
              <a:t>#</a:t>
            </a:r>
          </a:p>
        </p:txBody>
      </p:sp>
      <p:sp>
        <p:nvSpPr>
          <p:cNvPr id="55" name="Text Placeholder 3">
            <a:extLst>
              <a:ext uri="{FF2B5EF4-FFF2-40B4-BE49-F238E27FC236}">
                <a16:creationId xmlns:a16="http://schemas.microsoft.com/office/drawing/2014/main" id="{D3ED1463-3FDC-4F77-A490-BB128AEB35E9}"/>
              </a:ext>
            </a:extLst>
          </p:cNvPr>
          <p:cNvSpPr>
            <a:spLocks noGrp="1"/>
          </p:cNvSpPr>
          <p:nvPr>
            <p:ph type="body" sz="half" idx="33" hasCustomPrompt="1"/>
          </p:nvPr>
        </p:nvSpPr>
        <p:spPr>
          <a:xfrm>
            <a:off x="6961306" y="2008227"/>
            <a:ext cx="2286000" cy="1280160"/>
          </a:xfrm>
        </p:spPr>
        <p:txBody>
          <a:bodyPr tIns="45720" numCol="1">
            <a:noAutofit/>
          </a:bodyPr>
          <a:lstStyle>
            <a:lvl1pPr marL="0" indent="0">
              <a:lnSpc>
                <a:spcPct val="100000"/>
              </a:lnSpc>
              <a:spcBef>
                <a:spcPts val="600"/>
              </a:spcBef>
              <a:buClr>
                <a:schemeClr val="accent2">
                  <a:lumMod val="50000"/>
                </a:schemeClr>
              </a:buClr>
              <a:buSzPct val="120000"/>
              <a:buFont typeface="+mj-lt"/>
              <a:buNone/>
              <a:defRPr sz="1200">
                <a:solidFill>
                  <a:schemeClr val="tx1"/>
                </a:solidFill>
              </a:defRPr>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dirty="0"/>
              <a:t>Click to add text</a:t>
            </a:r>
          </a:p>
        </p:txBody>
      </p:sp>
      <p:sp>
        <p:nvSpPr>
          <p:cNvPr id="38" name="Picture Placeholder 29" descr="An empty placeholder to add an image. Click on the placeholder and select the image that you wish to add.">
            <a:extLst>
              <a:ext uri="{FF2B5EF4-FFF2-40B4-BE49-F238E27FC236}">
                <a16:creationId xmlns:a16="http://schemas.microsoft.com/office/drawing/2014/main" id="{6AA38BAD-E577-44E5-8652-7EB8884D85D4}"/>
              </a:ext>
            </a:extLst>
          </p:cNvPr>
          <p:cNvSpPr>
            <a:spLocks noGrp="1"/>
          </p:cNvSpPr>
          <p:nvPr>
            <p:ph type="pic" sz="quarter" idx="29" hasCustomPrompt="1"/>
          </p:nvPr>
        </p:nvSpPr>
        <p:spPr>
          <a:xfrm>
            <a:off x="9532822" y="2008227"/>
            <a:ext cx="1737360" cy="1280160"/>
          </a:xfrm>
          <a:noFill/>
        </p:spPr>
        <p:txBody>
          <a:bodyPr anchor="ctr" anchorCtr="0">
            <a:normAutofit/>
          </a:bodyPr>
          <a:lstStyle>
            <a:lvl1pPr marL="0" indent="0" algn="ctr">
              <a:buNone/>
              <a:defRPr sz="1800"/>
            </a:lvl1pPr>
          </a:lstStyle>
          <a:p>
            <a:r>
              <a:rPr lang="en-US" dirty="0"/>
              <a:t>Add a picture</a:t>
            </a:r>
          </a:p>
        </p:txBody>
      </p:sp>
      <p:sp>
        <p:nvSpPr>
          <p:cNvPr id="11" name="Text Placeholder 8">
            <a:extLst>
              <a:ext uri="{FF2B5EF4-FFF2-40B4-BE49-F238E27FC236}">
                <a16:creationId xmlns:a16="http://schemas.microsoft.com/office/drawing/2014/main" id="{8CBBAAC1-4AFB-28B5-EC35-68713142A5C5}"/>
              </a:ext>
            </a:extLst>
          </p:cNvPr>
          <p:cNvSpPr>
            <a:spLocks noGrp="1"/>
          </p:cNvSpPr>
          <p:nvPr>
            <p:ph type="body" sz="quarter" idx="41" hasCustomPrompt="1"/>
          </p:nvPr>
        </p:nvSpPr>
        <p:spPr>
          <a:xfrm>
            <a:off x="6335099" y="3559254"/>
            <a:ext cx="613184" cy="548640"/>
          </a:xfrm>
        </p:spPr>
        <p:txBody>
          <a:bodyPr/>
          <a:lstStyle>
            <a:lvl1pPr marL="0" indent="0" algn="ctr">
              <a:buNone/>
              <a:defRPr sz="3600" b="1" i="1">
                <a:solidFill>
                  <a:schemeClr val="tx1"/>
                </a:solidFill>
                <a:latin typeface="+mj-lt"/>
              </a:defRPr>
            </a:lvl1pPr>
            <a:lvl2pPr marL="457200" indent="0">
              <a:buNone/>
              <a:defRPr b="1">
                <a:solidFill>
                  <a:schemeClr val="tx1"/>
                </a:solidFill>
                <a:latin typeface="+mj-lt"/>
              </a:defRPr>
            </a:lvl2pPr>
            <a:lvl3pPr marL="914400" indent="0">
              <a:buNone/>
              <a:defRPr b="1">
                <a:solidFill>
                  <a:schemeClr val="tx1"/>
                </a:solidFill>
                <a:latin typeface="+mj-lt"/>
              </a:defRPr>
            </a:lvl3pPr>
            <a:lvl4pPr marL="1371600" indent="0">
              <a:buNone/>
              <a:defRPr b="1">
                <a:solidFill>
                  <a:schemeClr val="tx1"/>
                </a:solidFill>
                <a:latin typeface="+mj-lt"/>
              </a:defRPr>
            </a:lvl4pPr>
            <a:lvl5pPr marL="1828800" indent="0">
              <a:buNone/>
              <a:defRPr b="1">
                <a:solidFill>
                  <a:schemeClr val="tx1"/>
                </a:solidFill>
                <a:latin typeface="+mj-lt"/>
              </a:defRPr>
            </a:lvl5pPr>
          </a:lstStyle>
          <a:p>
            <a:pPr lvl="0"/>
            <a:r>
              <a:rPr lang="en-US" dirty="0"/>
              <a:t>#</a:t>
            </a:r>
          </a:p>
        </p:txBody>
      </p:sp>
      <p:sp>
        <p:nvSpPr>
          <p:cNvPr id="57" name="Text Placeholder 3">
            <a:extLst>
              <a:ext uri="{FF2B5EF4-FFF2-40B4-BE49-F238E27FC236}">
                <a16:creationId xmlns:a16="http://schemas.microsoft.com/office/drawing/2014/main" id="{66CBE1DF-E937-4AEA-A7F9-8B809516E332}"/>
              </a:ext>
            </a:extLst>
          </p:cNvPr>
          <p:cNvSpPr>
            <a:spLocks noGrp="1"/>
          </p:cNvSpPr>
          <p:nvPr>
            <p:ph type="body" sz="half" idx="35" hasCustomPrompt="1"/>
          </p:nvPr>
        </p:nvSpPr>
        <p:spPr>
          <a:xfrm>
            <a:off x="6961306" y="3559254"/>
            <a:ext cx="2286000" cy="1280160"/>
          </a:xfrm>
        </p:spPr>
        <p:txBody>
          <a:bodyPr tIns="45720" numCol="1">
            <a:noAutofit/>
          </a:bodyPr>
          <a:lstStyle>
            <a:lvl1pPr marL="0" indent="0">
              <a:lnSpc>
                <a:spcPct val="100000"/>
              </a:lnSpc>
              <a:spcBef>
                <a:spcPts val="600"/>
              </a:spcBef>
              <a:buClr>
                <a:schemeClr val="accent2">
                  <a:lumMod val="50000"/>
                </a:schemeClr>
              </a:buClr>
              <a:buSzPct val="120000"/>
              <a:buFont typeface="+mj-lt"/>
              <a:buNone/>
              <a:defRPr sz="1200">
                <a:solidFill>
                  <a:schemeClr val="tx1"/>
                </a:solidFill>
              </a:defRPr>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dirty="0"/>
              <a:t>Click to add text</a:t>
            </a:r>
          </a:p>
        </p:txBody>
      </p:sp>
      <p:sp>
        <p:nvSpPr>
          <p:cNvPr id="39" name="Picture Placeholder 29" descr="An empty placeholder to add an image. Click on the placeholder and select the image that you wish to add.">
            <a:extLst>
              <a:ext uri="{FF2B5EF4-FFF2-40B4-BE49-F238E27FC236}">
                <a16:creationId xmlns:a16="http://schemas.microsoft.com/office/drawing/2014/main" id="{31089E30-35D5-4B63-962C-E69262F8A31B}"/>
              </a:ext>
            </a:extLst>
          </p:cNvPr>
          <p:cNvSpPr>
            <a:spLocks noGrp="1"/>
          </p:cNvSpPr>
          <p:nvPr>
            <p:ph type="pic" sz="quarter" idx="31" hasCustomPrompt="1"/>
          </p:nvPr>
        </p:nvSpPr>
        <p:spPr>
          <a:xfrm>
            <a:off x="9532822" y="3559254"/>
            <a:ext cx="1737360" cy="1280160"/>
          </a:xfrm>
          <a:noFill/>
        </p:spPr>
        <p:txBody>
          <a:bodyPr anchor="ctr" anchorCtr="0">
            <a:normAutofit/>
          </a:bodyPr>
          <a:lstStyle>
            <a:lvl1pPr marL="0" indent="0" algn="ctr">
              <a:buNone/>
              <a:defRPr sz="1800"/>
            </a:lvl1pPr>
          </a:lstStyle>
          <a:p>
            <a:r>
              <a:rPr lang="en-US" dirty="0"/>
              <a:t>Add a picture</a:t>
            </a:r>
          </a:p>
        </p:txBody>
      </p:sp>
      <p:sp>
        <p:nvSpPr>
          <p:cNvPr id="12" name="Text Placeholder 8">
            <a:extLst>
              <a:ext uri="{FF2B5EF4-FFF2-40B4-BE49-F238E27FC236}">
                <a16:creationId xmlns:a16="http://schemas.microsoft.com/office/drawing/2014/main" id="{BDCE7A94-4F2F-284A-AB7D-0ACAC5147D2D}"/>
              </a:ext>
            </a:extLst>
          </p:cNvPr>
          <p:cNvSpPr>
            <a:spLocks noGrp="1"/>
          </p:cNvSpPr>
          <p:nvPr>
            <p:ph type="body" sz="quarter" idx="42" hasCustomPrompt="1"/>
          </p:nvPr>
        </p:nvSpPr>
        <p:spPr>
          <a:xfrm>
            <a:off x="6330829" y="5108183"/>
            <a:ext cx="613184" cy="548640"/>
          </a:xfrm>
        </p:spPr>
        <p:txBody>
          <a:bodyPr/>
          <a:lstStyle>
            <a:lvl1pPr marL="0" indent="0" algn="ctr">
              <a:buNone/>
              <a:defRPr sz="3600" b="1" i="1">
                <a:solidFill>
                  <a:schemeClr val="tx1"/>
                </a:solidFill>
                <a:latin typeface="+mj-lt"/>
              </a:defRPr>
            </a:lvl1pPr>
            <a:lvl2pPr marL="457200" indent="0">
              <a:buNone/>
              <a:defRPr b="1">
                <a:solidFill>
                  <a:schemeClr val="tx1"/>
                </a:solidFill>
                <a:latin typeface="+mj-lt"/>
              </a:defRPr>
            </a:lvl2pPr>
            <a:lvl3pPr marL="914400" indent="0">
              <a:buNone/>
              <a:defRPr b="1">
                <a:solidFill>
                  <a:schemeClr val="tx1"/>
                </a:solidFill>
                <a:latin typeface="+mj-lt"/>
              </a:defRPr>
            </a:lvl3pPr>
            <a:lvl4pPr marL="1371600" indent="0">
              <a:buNone/>
              <a:defRPr b="1">
                <a:solidFill>
                  <a:schemeClr val="tx1"/>
                </a:solidFill>
                <a:latin typeface="+mj-lt"/>
              </a:defRPr>
            </a:lvl4pPr>
            <a:lvl5pPr marL="1828800" indent="0">
              <a:buNone/>
              <a:defRPr b="1">
                <a:solidFill>
                  <a:schemeClr val="tx1"/>
                </a:solidFill>
                <a:latin typeface="+mj-lt"/>
              </a:defRPr>
            </a:lvl5pPr>
          </a:lstStyle>
          <a:p>
            <a:pPr lvl="0"/>
            <a:r>
              <a:rPr lang="en-US" dirty="0"/>
              <a:t>#</a:t>
            </a:r>
          </a:p>
        </p:txBody>
      </p:sp>
      <p:sp>
        <p:nvSpPr>
          <p:cNvPr id="59" name="Text Placeholder 3">
            <a:extLst>
              <a:ext uri="{FF2B5EF4-FFF2-40B4-BE49-F238E27FC236}">
                <a16:creationId xmlns:a16="http://schemas.microsoft.com/office/drawing/2014/main" id="{A93AA9FB-7091-4FF0-8330-340B0A90ACBB}"/>
              </a:ext>
            </a:extLst>
          </p:cNvPr>
          <p:cNvSpPr>
            <a:spLocks noGrp="1"/>
          </p:cNvSpPr>
          <p:nvPr>
            <p:ph type="body" sz="half" idx="37" hasCustomPrompt="1"/>
          </p:nvPr>
        </p:nvSpPr>
        <p:spPr>
          <a:xfrm>
            <a:off x="6961306" y="5110280"/>
            <a:ext cx="2286000" cy="1280160"/>
          </a:xfrm>
        </p:spPr>
        <p:txBody>
          <a:bodyPr tIns="45720" numCol="1">
            <a:noAutofit/>
          </a:bodyPr>
          <a:lstStyle>
            <a:lvl1pPr marL="0" indent="0">
              <a:lnSpc>
                <a:spcPct val="100000"/>
              </a:lnSpc>
              <a:spcBef>
                <a:spcPts val="600"/>
              </a:spcBef>
              <a:buClr>
                <a:schemeClr val="accent2">
                  <a:lumMod val="50000"/>
                </a:schemeClr>
              </a:buClr>
              <a:buSzPct val="120000"/>
              <a:buFont typeface="+mj-lt"/>
              <a:buNone/>
              <a:defRPr sz="1200">
                <a:solidFill>
                  <a:schemeClr val="tx1"/>
                </a:solidFill>
              </a:defRPr>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dirty="0"/>
              <a:t>Click to add text</a:t>
            </a:r>
          </a:p>
        </p:txBody>
      </p:sp>
      <p:sp>
        <p:nvSpPr>
          <p:cNvPr id="40" name="Picture Placeholder 29" descr="An empty placeholder to add an image. Click on the placeholder and select the image that you wish to add.">
            <a:extLst>
              <a:ext uri="{FF2B5EF4-FFF2-40B4-BE49-F238E27FC236}">
                <a16:creationId xmlns:a16="http://schemas.microsoft.com/office/drawing/2014/main" id="{294891CE-B5DF-4EC9-BCD1-007200ADE6BF}"/>
              </a:ext>
            </a:extLst>
          </p:cNvPr>
          <p:cNvSpPr>
            <a:spLocks noGrp="1"/>
          </p:cNvSpPr>
          <p:nvPr>
            <p:ph type="pic" sz="quarter" idx="32" hasCustomPrompt="1"/>
          </p:nvPr>
        </p:nvSpPr>
        <p:spPr>
          <a:xfrm>
            <a:off x="9532822" y="5110280"/>
            <a:ext cx="1737360" cy="1280160"/>
          </a:xfrm>
          <a:noFill/>
        </p:spPr>
        <p:txBody>
          <a:bodyPr anchor="ctr" anchorCtr="0">
            <a:normAutofit/>
          </a:bodyPr>
          <a:lstStyle>
            <a:lvl1pPr marL="0" indent="0" algn="ctr">
              <a:buNone/>
              <a:defRPr sz="1800"/>
            </a:lvl1pPr>
          </a:lstStyle>
          <a:p>
            <a:r>
              <a:rPr lang="en-US" dirty="0"/>
              <a:t>Add a picture</a:t>
            </a:r>
          </a:p>
        </p:txBody>
      </p:sp>
      <p:sp>
        <p:nvSpPr>
          <p:cNvPr id="6" name="Slide Number Placeholder 5">
            <a:extLst>
              <a:ext uri="{FF2B5EF4-FFF2-40B4-BE49-F238E27FC236}">
                <a16:creationId xmlns:a16="http://schemas.microsoft.com/office/drawing/2014/main" id="{D48327BB-03CC-2E6C-D0A6-86510337C4CE}"/>
              </a:ext>
            </a:extLst>
          </p:cNvPr>
          <p:cNvSpPr>
            <a:spLocks noGrp="1"/>
          </p:cNvSpPr>
          <p:nvPr>
            <p:ph type="sldNum" sz="quarter" idx="4"/>
          </p:nvPr>
        </p:nvSpPr>
        <p:spPr>
          <a:xfrm>
            <a:off x="11274552" y="5989319"/>
            <a:ext cx="457200" cy="457200"/>
          </a:xfrm>
          <a:prstGeom prst="rect">
            <a:avLst/>
          </a:prstGeom>
        </p:spPr>
        <p:txBody>
          <a:bodyPr vert="horz" lIns="0" tIns="0" rIns="0" bIns="0" rtlCol="0" anchor="b" anchorCtr="0"/>
          <a:lstStyle>
            <a:lvl1pPr algn="r">
              <a:lnSpc>
                <a:spcPts val="1680"/>
              </a:lnSpc>
              <a:defRPr sz="1600" b="1" i="1">
                <a:solidFill>
                  <a:schemeClr val="tx1">
                    <a:lumMod val="85000"/>
                    <a:lumOff val="15000"/>
                  </a:schemeClr>
                </a:solidFill>
                <a:latin typeface="+mj-lt"/>
              </a:defRPr>
            </a:lvl1pPr>
          </a:lstStyle>
          <a:p>
            <a:fld id="{745CA84A-544F-4B6B-BC9A-925394EE73B5}" type="slidenum">
              <a:rPr lang="en-US" smtClean="0"/>
              <a:pPr/>
              <a:t>‹#›</a:t>
            </a:fld>
            <a:endParaRPr lang="en-US" dirty="0"/>
          </a:p>
        </p:txBody>
      </p:sp>
    </p:spTree>
    <p:extLst>
      <p:ext uri="{BB962C8B-B14F-4D97-AF65-F5344CB8AC3E}">
        <p14:creationId xmlns:p14="http://schemas.microsoft.com/office/powerpoint/2010/main" val="3010742235"/>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Recipe Layout 6">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4F175D26-A02A-A38D-251F-A3B33B8840A2}"/>
              </a:ext>
              <a:ext uri="{C183D7F6-B498-43B3-948B-1728B52AA6E4}">
                <adec:decorative xmlns:adec="http://schemas.microsoft.com/office/drawing/2017/decorative" val="1"/>
              </a:ext>
            </a:extLst>
          </p:cNvPr>
          <p:cNvSpPr/>
          <p:nvPr userDrawn="1"/>
        </p:nvSpPr>
        <p:spPr>
          <a:xfrm>
            <a:off x="5998743" y="0"/>
            <a:ext cx="6193257" cy="6858000"/>
          </a:xfrm>
          <a:prstGeom prst="rect">
            <a:avLst/>
          </a:prstGeom>
          <a:solidFill>
            <a:schemeClr val="bg2">
              <a:alpha val="5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Title 1">
            <a:extLst>
              <a:ext uri="{FF2B5EF4-FFF2-40B4-BE49-F238E27FC236}">
                <a16:creationId xmlns:a16="http://schemas.microsoft.com/office/drawing/2014/main" id="{823543EB-1130-40DD-B0F4-C970AF343E8F}"/>
              </a:ext>
            </a:extLst>
          </p:cNvPr>
          <p:cNvSpPr>
            <a:spLocks noGrp="1"/>
          </p:cNvSpPr>
          <p:nvPr>
            <p:ph type="title" hasCustomPrompt="1"/>
          </p:nvPr>
        </p:nvSpPr>
        <p:spPr>
          <a:xfrm>
            <a:off x="457200" y="457200"/>
            <a:ext cx="5212080" cy="777240"/>
          </a:xfrm>
          <a:prstGeom prst="rect">
            <a:avLst/>
          </a:prstGeom>
          <a:noFill/>
        </p:spPr>
        <p:txBody>
          <a:bodyPr vert="horz" lIns="91440" tIns="0" rIns="91440" bIns="91440" rtlCol="0" anchor="t" anchorCtr="0">
            <a:noAutofit/>
          </a:bodyPr>
          <a:lstStyle>
            <a:lvl1pPr algn="l">
              <a:defRPr lang="en-US" sz="3800">
                <a:solidFill>
                  <a:schemeClr val="tx1">
                    <a:lumMod val="85000"/>
                    <a:lumOff val="15000"/>
                  </a:schemeClr>
                </a:solidFill>
                <a:ea typeface="+mn-ea"/>
                <a:cs typeface="+mn-cs"/>
              </a:defRPr>
            </a:lvl1pPr>
          </a:lstStyle>
          <a:p>
            <a:pPr marL="0" lvl="0" indent="0">
              <a:spcBef>
                <a:spcPts val="1000"/>
              </a:spcBef>
              <a:buFont typeface="Arial" panose="020B0604020202020204" pitchFamily="34" charset="0"/>
            </a:pPr>
            <a:r>
              <a:rPr lang="en-US" dirty="0"/>
              <a:t>Click to add title</a:t>
            </a:r>
          </a:p>
        </p:txBody>
      </p:sp>
      <p:sp>
        <p:nvSpPr>
          <p:cNvPr id="12" name="Subtitle 2">
            <a:extLst>
              <a:ext uri="{FF2B5EF4-FFF2-40B4-BE49-F238E27FC236}">
                <a16:creationId xmlns:a16="http://schemas.microsoft.com/office/drawing/2014/main" id="{861167B6-9741-49DA-A7AF-E1A3352D10C8}"/>
              </a:ext>
            </a:extLst>
          </p:cNvPr>
          <p:cNvSpPr>
            <a:spLocks noGrp="1"/>
          </p:cNvSpPr>
          <p:nvPr>
            <p:ph type="subTitle" idx="20" hasCustomPrompt="1"/>
          </p:nvPr>
        </p:nvSpPr>
        <p:spPr>
          <a:xfrm>
            <a:off x="457200" y="1234440"/>
            <a:ext cx="5212080" cy="321566"/>
          </a:xfrm>
        </p:spPr>
        <p:txBody>
          <a:bodyPr>
            <a:noAutofit/>
          </a:bodyPr>
          <a:lstStyle>
            <a:lvl1pPr marL="0" indent="0" algn="l">
              <a:buNone/>
              <a:defRPr sz="1100" b="1" i="1">
                <a:solidFill>
                  <a:schemeClr val="tx1">
                    <a:lumMod val="85000"/>
                    <a:lumOff val="15000"/>
                  </a:schemeClr>
                </a:solidFill>
                <a:latin typeface="+mj-lt"/>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dirty="0"/>
              <a:t>Click to add subtitle</a:t>
            </a:r>
          </a:p>
        </p:txBody>
      </p:sp>
      <p:sp>
        <p:nvSpPr>
          <p:cNvPr id="7" name="Picture Placeholder 6" descr="An empty placeholder to add an image. Click on the placeholder and select the image that you wish to add.">
            <a:extLst>
              <a:ext uri="{FF2B5EF4-FFF2-40B4-BE49-F238E27FC236}">
                <a16:creationId xmlns:a16="http://schemas.microsoft.com/office/drawing/2014/main" id="{EDAB7103-706C-4D50-B9D9-030D5A29D564}"/>
              </a:ext>
            </a:extLst>
          </p:cNvPr>
          <p:cNvSpPr>
            <a:spLocks noGrp="1"/>
          </p:cNvSpPr>
          <p:nvPr>
            <p:ph type="pic" sz="quarter" idx="10" hasCustomPrompt="1"/>
          </p:nvPr>
        </p:nvSpPr>
        <p:spPr>
          <a:xfrm>
            <a:off x="0" y="1828800"/>
            <a:ext cx="5669280" cy="5029200"/>
          </a:xfrm>
          <a:noFill/>
        </p:spPr>
        <p:txBody>
          <a:bodyPr anchor="ctr"/>
          <a:lstStyle>
            <a:lvl1pPr marL="0" marR="0" indent="0" algn="ctr" defTabSz="914400" rtl="0" eaLnBrk="1" fontAlgn="auto" latinLnBrk="0" hangingPunct="1">
              <a:lnSpc>
                <a:spcPct val="90000"/>
              </a:lnSpc>
              <a:spcBef>
                <a:spcPts val="1000"/>
              </a:spcBef>
              <a:spcAft>
                <a:spcPts val="0"/>
              </a:spcAft>
              <a:buClrTx/>
              <a:buSzTx/>
              <a:buFont typeface="Arial" panose="020B0604020202020204" pitchFamily="34" charset="0"/>
              <a:buNone/>
              <a:tabLst/>
              <a:defRPr/>
            </a:lvl1pPr>
          </a:lstStyle>
          <a:p>
            <a:pPr marL="0" marR="0" lvl="0" indent="0" algn="ctr"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lang="en-US" dirty="0"/>
              <a:t>Add a picture</a:t>
            </a:r>
          </a:p>
        </p:txBody>
      </p:sp>
      <p:sp>
        <p:nvSpPr>
          <p:cNvPr id="16" name="Text Placeholder 3">
            <a:extLst>
              <a:ext uri="{FF2B5EF4-FFF2-40B4-BE49-F238E27FC236}">
                <a16:creationId xmlns:a16="http://schemas.microsoft.com/office/drawing/2014/main" id="{5E29445D-5852-4685-99FA-F6D0EEB71907}"/>
              </a:ext>
            </a:extLst>
          </p:cNvPr>
          <p:cNvSpPr>
            <a:spLocks noGrp="1"/>
          </p:cNvSpPr>
          <p:nvPr>
            <p:ph type="body" sz="half" idx="11" hasCustomPrompt="1"/>
          </p:nvPr>
        </p:nvSpPr>
        <p:spPr>
          <a:xfrm>
            <a:off x="6351894" y="457200"/>
            <a:ext cx="4937760" cy="365760"/>
          </a:xfrm>
        </p:spPr>
        <p:txBody>
          <a:bodyPr>
            <a:noAutofit/>
          </a:bodyPr>
          <a:lstStyle>
            <a:lvl1pPr marL="0" indent="0" algn="l">
              <a:buNone/>
              <a:defRPr sz="1400" b="1" i="0" cap="all" spc="100" baseline="0">
                <a:solidFill>
                  <a:schemeClr val="tx1">
                    <a:lumMod val="85000"/>
                    <a:lumOff val="15000"/>
                  </a:schemeClr>
                </a:solidFill>
                <a:latin typeface="Franklin Gothic Medium" panose="020B0603020102020204" pitchFamily="34" charset="0"/>
              </a:defRPr>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dirty="0"/>
              <a:t>Click to add text</a:t>
            </a:r>
          </a:p>
        </p:txBody>
      </p:sp>
      <p:sp>
        <p:nvSpPr>
          <p:cNvPr id="17" name="Text Placeholder 3">
            <a:extLst>
              <a:ext uri="{FF2B5EF4-FFF2-40B4-BE49-F238E27FC236}">
                <a16:creationId xmlns:a16="http://schemas.microsoft.com/office/drawing/2014/main" id="{F8A5A1E2-D455-4943-B46C-912CF46ABA90}"/>
              </a:ext>
            </a:extLst>
          </p:cNvPr>
          <p:cNvSpPr>
            <a:spLocks noGrp="1"/>
          </p:cNvSpPr>
          <p:nvPr>
            <p:ph type="body" sz="half" idx="12" hasCustomPrompt="1"/>
          </p:nvPr>
        </p:nvSpPr>
        <p:spPr>
          <a:xfrm>
            <a:off x="6351894" y="822961"/>
            <a:ext cx="4937760" cy="1155812"/>
          </a:xfrm>
          <a:noFill/>
        </p:spPr>
        <p:txBody>
          <a:bodyPr wrap="square" numCol="2" spcCol="457200" rtlCol="0">
            <a:noAutofit/>
          </a:bodyPr>
          <a:lstStyle>
            <a:lvl1pPr marL="228600" indent="-228600">
              <a:lnSpc>
                <a:spcPts val="1400"/>
              </a:lnSpc>
              <a:spcBef>
                <a:spcPts val="0"/>
              </a:spcBef>
              <a:spcAft>
                <a:spcPts val="700"/>
              </a:spcAft>
              <a:buFont typeface="Arial" panose="020B0604020202020204" pitchFamily="34" charset="0"/>
              <a:buChar char="•"/>
              <a:defRPr lang="en-US" sz="1200" i="0" dirty="0">
                <a:solidFill>
                  <a:schemeClr val="tx1"/>
                </a:solidFill>
              </a:defRPr>
            </a:lvl1pPr>
          </a:lstStyle>
          <a:p>
            <a:pPr lvl="0"/>
            <a:r>
              <a:rPr lang="en-US" dirty="0"/>
              <a:t>Click to add text</a:t>
            </a:r>
          </a:p>
        </p:txBody>
      </p:sp>
      <p:sp>
        <p:nvSpPr>
          <p:cNvPr id="4" name="Text Placeholder 3">
            <a:extLst>
              <a:ext uri="{FF2B5EF4-FFF2-40B4-BE49-F238E27FC236}">
                <a16:creationId xmlns:a16="http://schemas.microsoft.com/office/drawing/2014/main" id="{65203A40-6A55-12EC-9BD5-46AA64770642}"/>
              </a:ext>
            </a:extLst>
          </p:cNvPr>
          <p:cNvSpPr>
            <a:spLocks noGrp="1"/>
          </p:cNvSpPr>
          <p:nvPr>
            <p:ph type="body" sz="half" idx="21" hasCustomPrompt="1"/>
          </p:nvPr>
        </p:nvSpPr>
        <p:spPr>
          <a:xfrm>
            <a:off x="6351894" y="2176492"/>
            <a:ext cx="4937760" cy="365760"/>
          </a:xfrm>
        </p:spPr>
        <p:txBody>
          <a:bodyPr>
            <a:noAutofit/>
          </a:bodyPr>
          <a:lstStyle>
            <a:lvl1pPr marL="0" indent="0" algn="l">
              <a:buNone/>
              <a:defRPr sz="1400" b="1" i="0" cap="all" spc="100" baseline="0">
                <a:solidFill>
                  <a:schemeClr val="tx1">
                    <a:lumMod val="85000"/>
                    <a:lumOff val="15000"/>
                  </a:schemeClr>
                </a:solidFill>
                <a:latin typeface="Franklin Gothic Medium" panose="020B0603020102020204" pitchFamily="34" charset="0"/>
              </a:defRPr>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dirty="0"/>
              <a:t>Click to add text</a:t>
            </a:r>
          </a:p>
        </p:txBody>
      </p:sp>
      <p:sp>
        <p:nvSpPr>
          <p:cNvPr id="24" name="Text Placeholder 8">
            <a:extLst>
              <a:ext uri="{FF2B5EF4-FFF2-40B4-BE49-F238E27FC236}">
                <a16:creationId xmlns:a16="http://schemas.microsoft.com/office/drawing/2014/main" id="{6ABAA54B-5D56-E366-F100-D83FF11D3191}"/>
              </a:ext>
            </a:extLst>
          </p:cNvPr>
          <p:cNvSpPr>
            <a:spLocks noGrp="1"/>
          </p:cNvSpPr>
          <p:nvPr>
            <p:ph type="body" sz="quarter" idx="40" hasCustomPrompt="1"/>
          </p:nvPr>
        </p:nvSpPr>
        <p:spPr>
          <a:xfrm>
            <a:off x="6181709" y="2582712"/>
            <a:ext cx="613184" cy="548640"/>
          </a:xfrm>
        </p:spPr>
        <p:txBody>
          <a:bodyPr/>
          <a:lstStyle>
            <a:lvl1pPr marL="0" indent="0" algn="ctr">
              <a:buNone/>
              <a:defRPr sz="3600" b="1" i="1">
                <a:solidFill>
                  <a:schemeClr val="tx1"/>
                </a:solidFill>
                <a:latin typeface="+mj-lt"/>
              </a:defRPr>
            </a:lvl1pPr>
            <a:lvl2pPr marL="457200" indent="0">
              <a:buNone/>
              <a:defRPr b="1">
                <a:solidFill>
                  <a:schemeClr val="tx1"/>
                </a:solidFill>
                <a:latin typeface="+mj-lt"/>
              </a:defRPr>
            </a:lvl2pPr>
            <a:lvl3pPr marL="914400" indent="0">
              <a:buNone/>
              <a:defRPr b="1">
                <a:solidFill>
                  <a:schemeClr val="tx1"/>
                </a:solidFill>
                <a:latin typeface="+mj-lt"/>
              </a:defRPr>
            </a:lvl3pPr>
            <a:lvl4pPr marL="1371600" indent="0">
              <a:buNone/>
              <a:defRPr b="1">
                <a:solidFill>
                  <a:schemeClr val="tx1"/>
                </a:solidFill>
                <a:latin typeface="+mj-lt"/>
              </a:defRPr>
            </a:lvl4pPr>
            <a:lvl5pPr marL="1828800" indent="0">
              <a:buNone/>
              <a:defRPr b="1">
                <a:solidFill>
                  <a:schemeClr val="tx1"/>
                </a:solidFill>
                <a:latin typeface="+mj-lt"/>
              </a:defRPr>
            </a:lvl5pPr>
          </a:lstStyle>
          <a:p>
            <a:pPr lvl="0"/>
            <a:r>
              <a:rPr lang="en-US" dirty="0"/>
              <a:t>#</a:t>
            </a:r>
          </a:p>
        </p:txBody>
      </p:sp>
      <p:sp>
        <p:nvSpPr>
          <p:cNvPr id="5" name="Text Placeholder 3">
            <a:extLst>
              <a:ext uri="{FF2B5EF4-FFF2-40B4-BE49-F238E27FC236}">
                <a16:creationId xmlns:a16="http://schemas.microsoft.com/office/drawing/2014/main" id="{91BB2503-6586-B7E1-492D-555313BC0B66}"/>
              </a:ext>
            </a:extLst>
          </p:cNvPr>
          <p:cNvSpPr>
            <a:spLocks noGrp="1"/>
          </p:cNvSpPr>
          <p:nvPr>
            <p:ph type="body" sz="half" idx="22" hasCustomPrompt="1"/>
          </p:nvPr>
        </p:nvSpPr>
        <p:spPr>
          <a:xfrm>
            <a:off x="6805503" y="2593131"/>
            <a:ext cx="1920240" cy="1097280"/>
          </a:xfrm>
        </p:spPr>
        <p:txBody>
          <a:bodyPr numCol="1">
            <a:noAutofit/>
          </a:bodyPr>
          <a:lstStyle>
            <a:lvl1pPr marL="0" indent="0">
              <a:lnSpc>
                <a:spcPct val="100000"/>
              </a:lnSpc>
              <a:spcBef>
                <a:spcPts val="600"/>
              </a:spcBef>
              <a:buClr>
                <a:schemeClr val="accent2">
                  <a:lumMod val="50000"/>
                </a:schemeClr>
              </a:buClr>
              <a:buSzPct val="120000"/>
              <a:buFont typeface="+mj-lt"/>
              <a:buNone/>
              <a:defRPr sz="1200">
                <a:solidFill>
                  <a:schemeClr val="tx1"/>
                </a:solidFill>
              </a:defRPr>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dirty="0"/>
              <a:t>Click to add text</a:t>
            </a:r>
          </a:p>
        </p:txBody>
      </p:sp>
      <p:sp>
        <p:nvSpPr>
          <p:cNvPr id="25" name="Text Placeholder 8">
            <a:extLst>
              <a:ext uri="{FF2B5EF4-FFF2-40B4-BE49-F238E27FC236}">
                <a16:creationId xmlns:a16="http://schemas.microsoft.com/office/drawing/2014/main" id="{2C19EEFA-07F9-522D-E2F5-3C9D03B3DAD8}"/>
              </a:ext>
            </a:extLst>
          </p:cNvPr>
          <p:cNvSpPr>
            <a:spLocks noGrp="1"/>
          </p:cNvSpPr>
          <p:nvPr>
            <p:ph type="body" sz="quarter" idx="41" hasCustomPrompt="1"/>
          </p:nvPr>
        </p:nvSpPr>
        <p:spPr>
          <a:xfrm>
            <a:off x="8754474" y="2594785"/>
            <a:ext cx="613184" cy="548640"/>
          </a:xfrm>
        </p:spPr>
        <p:txBody>
          <a:bodyPr/>
          <a:lstStyle>
            <a:lvl1pPr marL="0" indent="0" algn="ctr">
              <a:buNone/>
              <a:defRPr sz="3600" b="1" i="1">
                <a:solidFill>
                  <a:schemeClr val="tx1"/>
                </a:solidFill>
                <a:latin typeface="+mj-lt"/>
              </a:defRPr>
            </a:lvl1pPr>
            <a:lvl2pPr marL="457200" indent="0">
              <a:buNone/>
              <a:defRPr b="1">
                <a:solidFill>
                  <a:schemeClr val="tx1"/>
                </a:solidFill>
                <a:latin typeface="+mj-lt"/>
              </a:defRPr>
            </a:lvl2pPr>
            <a:lvl3pPr marL="914400" indent="0">
              <a:buNone/>
              <a:defRPr b="1">
                <a:solidFill>
                  <a:schemeClr val="tx1"/>
                </a:solidFill>
                <a:latin typeface="+mj-lt"/>
              </a:defRPr>
            </a:lvl3pPr>
            <a:lvl4pPr marL="1371600" indent="0">
              <a:buNone/>
              <a:defRPr b="1">
                <a:solidFill>
                  <a:schemeClr val="tx1"/>
                </a:solidFill>
                <a:latin typeface="+mj-lt"/>
              </a:defRPr>
            </a:lvl4pPr>
            <a:lvl5pPr marL="1828800" indent="0">
              <a:buNone/>
              <a:defRPr b="1">
                <a:solidFill>
                  <a:schemeClr val="tx1"/>
                </a:solidFill>
                <a:latin typeface="+mj-lt"/>
              </a:defRPr>
            </a:lvl5pPr>
          </a:lstStyle>
          <a:p>
            <a:pPr lvl="0"/>
            <a:r>
              <a:rPr lang="en-US" dirty="0"/>
              <a:t>#</a:t>
            </a:r>
          </a:p>
        </p:txBody>
      </p:sp>
      <p:sp>
        <p:nvSpPr>
          <p:cNvPr id="6" name="Text Placeholder 3">
            <a:extLst>
              <a:ext uri="{FF2B5EF4-FFF2-40B4-BE49-F238E27FC236}">
                <a16:creationId xmlns:a16="http://schemas.microsoft.com/office/drawing/2014/main" id="{163CEC8F-4DDC-8A2E-E283-5C8B3F042661}"/>
              </a:ext>
            </a:extLst>
          </p:cNvPr>
          <p:cNvSpPr>
            <a:spLocks noGrp="1"/>
          </p:cNvSpPr>
          <p:nvPr>
            <p:ph type="body" sz="half" idx="32" hasCustomPrompt="1"/>
          </p:nvPr>
        </p:nvSpPr>
        <p:spPr>
          <a:xfrm>
            <a:off x="9367846" y="2593131"/>
            <a:ext cx="1920240" cy="1097280"/>
          </a:xfrm>
        </p:spPr>
        <p:txBody>
          <a:bodyPr numCol="1">
            <a:noAutofit/>
          </a:bodyPr>
          <a:lstStyle>
            <a:lvl1pPr marL="0" indent="0">
              <a:lnSpc>
                <a:spcPct val="100000"/>
              </a:lnSpc>
              <a:spcBef>
                <a:spcPts val="600"/>
              </a:spcBef>
              <a:buClr>
                <a:schemeClr val="accent2">
                  <a:lumMod val="50000"/>
                </a:schemeClr>
              </a:buClr>
              <a:buSzPct val="120000"/>
              <a:buFont typeface="+mj-lt"/>
              <a:buNone/>
              <a:defRPr sz="1200">
                <a:solidFill>
                  <a:schemeClr val="tx1"/>
                </a:solidFill>
              </a:defRPr>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dirty="0"/>
              <a:t>Click to add text</a:t>
            </a:r>
          </a:p>
        </p:txBody>
      </p:sp>
      <p:sp>
        <p:nvSpPr>
          <p:cNvPr id="26" name="Text Placeholder 8">
            <a:extLst>
              <a:ext uri="{FF2B5EF4-FFF2-40B4-BE49-F238E27FC236}">
                <a16:creationId xmlns:a16="http://schemas.microsoft.com/office/drawing/2014/main" id="{A49D387E-8DC7-390E-5682-E3FA2F1A373E}"/>
              </a:ext>
            </a:extLst>
          </p:cNvPr>
          <p:cNvSpPr>
            <a:spLocks noGrp="1"/>
          </p:cNvSpPr>
          <p:nvPr>
            <p:ph type="body" sz="quarter" idx="42" hasCustomPrompt="1"/>
          </p:nvPr>
        </p:nvSpPr>
        <p:spPr>
          <a:xfrm>
            <a:off x="6181709" y="3884473"/>
            <a:ext cx="613184" cy="548640"/>
          </a:xfrm>
        </p:spPr>
        <p:txBody>
          <a:bodyPr/>
          <a:lstStyle>
            <a:lvl1pPr marL="0" indent="0" algn="ctr">
              <a:buNone/>
              <a:defRPr sz="3600" b="1" i="1">
                <a:solidFill>
                  <a:schemeClr val="tx1"/>
                </a:solidFill>
                <a:latin typeface="+mj-lt"/>
              </a:defRPr>
            </a:lvl1pPr>
            <a:lvl2pPr marL="457200" indent="0">
              <a:buNone/>
              <a:defRPr b="1">
                <a:solidFill>
                  <a:schemeClr val="tx1"/>
                </a:solidFill>
                <a:latin typeface="+mj-lt"/>
              </a:defRPr>
            </a:lvl2pPr>
            <a:lvl3pPr marL="914400" indent="0">
              <a:buNone/>
              <a:defRPr b="1">
                <a:solidFill>
                  <a:schemeClr val="tx1"/>
                </a:solidFill>
                <a:latin typeface="+mj-lt"/>
              </a:defRPr>
            </a:lvl3pPr>
            <a:lvl4pPr marL="1371600" indent="0">
              <a:buNone/>
              <a:defRPr b="1">
                <a:solidFill>
                  <a:schemeClr val="tx1"/>
                </a:solidFill>
                <a:latin typeface="+mj-lt"/>
              </a:defRPr>
            </a:lvl4pPr>
            <a:lvl5pPr marL="1828800" indent="0">
              <a:buNone/>
              <a:defRPr b="1">
                <a:solidFill>
                  <a:schemeClr val="tx1"/>
                </a:solidFill>
                <a:latin typeface="+mj-lt"/>
              </a:defRPr>
            </a:lvl5pPr>
          </a:lstStyle>
          <a:p>
            <a:pPr lvl="0"/>
            <a:r>
              <a:rPr lang="en-US" dirty="0"/>
              <a:t>#</a:t>
            </a:r>
          </a:p>
        </p:txBody>
      </p:sp>
      <p:sp>
        <p:nvSpPr>
          <p:cNvPr id="20" name="Text Placeholder 3">
            <a:extLst>
              <a:ext uri="{FF2B5EF4-FFF2-40B4-BE49-F238E27FC236}">
                <a16:creationId xmlns:a16="http://schemas.microsoft.com/office/drawing/2014/main" id="{5DBCD4BD-546F-BF8C-297A-8B841E3A860E}"/>
              </a:ext>
            </a:extLst>
          </p:cNvPr>
          <p:cNvSpPr>
            <a:spLocks noGrp="1"/>
          </p:cNvSpPr>
          <p:nvPr>
            <p:ph type="body" sz="half" idx="33" hasCustomPrompt="1"/>
          </p:nvPr>
        </p:nvSpPr>
        <p:spPr>
          <a:xfrm>
            <a:off x="6807071" y="3886177"/>
            <a:ext cx="1920240" cy="1097280"/>
          </a:xfrm>
        </p:spPr>
        <p:txBody>
          <a:bodyPr numCol="1">
            <a:noAutofit/>
          </a:bodyPr>
          <a:lstStyle>
            <a:lvl1pPr marL="0" indent="0">
              <a:lnSpc>
                <a:spcPct val="100000"/>
              </a:lnSpc>
              <a:spcBef>
                <a:spcPts val="600"/>
              </a:spcBef>
              <a:buClr>
                <a:schemeClr val="accent2">
                  <a:lumMod val="50000"/>
                </a:schemeClr>
              </a:buClr>
              <a:buSzPct val="120000"/>
              <a:buFont typeface="+mj-lt"/>
              <a:buNone/>
              <a:defRPr sz="1200">
                <a:solidFill>
                  <a:schemeClr val="tx1"/>
                </a:solidFill>
              </a:defRPr>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dirty="0"/>
              <a:t>Click to add text</a:t>
            </a:r>
          </a:p>
        </p:txBody>
      </p:sp>
      <p:sp>
        <p:nvSpPr>
          <p:cNvPr id="27" name="Text Placeholder 8">
            <a:extLst>
              <a:ext uri="{FF2B5EF4-FFF2-40B4-BE49-F238E27FC236}">
                <a16:creationId xmlns:a16="http://schemas.microsoft.com/office/drawing/2014/main" id="{33ED717A-C3B0-356E-1D30-1782C31C7CE8}"/>
              </a:ext>
            </a:extLst>
          </p:cNvPr>
          <p:cNvSpPr>
            <a:spLocks noGrp="1"/>
          </p:cNvSpPr>
          <p:nvPr>
            <p:ph type="body" sz="quarter" idx="43" hasCustomPrompt="1"/>
          </p:nvPr>
        </p:nvSpPr>
        <p:spPr>
          <a:xfrm>
            <a:off x="8754474" y="3886177"/>
            <a:ext cx="613184" cy="548640"/>
          </a:xfrm>
        </p:spPr>
        <p:txBody>
          <a:bodyPr/>
          <a:lstStyle>
            <a:lvl1pPr marL="0" indent="0" algn="ctr">
              <a:buNone/>
              <a:defRPr sz="3600" b="1" i="1">
                <a:solidFill>
                  <a:schemeClr val="tx1"/>
                </a:solidFill>
                <a:latin typeface="+mj-lt"/>
              </a:defRPr>
            </a:lvl1pPr>
            <a:lvl2pPr marL="457200" indent="0">
              <a:buNone/>
              <a:defRPr b="1">
                <a:solidFill>
                  <a:schemeClr val="tx1"/>
                </a:solidFill>
                <a:latin typeface="+mj-lt"/>
              </a:defRPr>
            </a:lvl2pPr>
            <a:lvl3pPr marL="914400" indent="0">
              <a:buNone/>
              <a:defRPr b="1">
                <a:solidFill>
                  <a:schemeClr val="tx1"/>
                </a:solidFill>
                <a:latin typeface="+mj-lt"/>
              </a:defRPr>
            </a:lvl3pPr>
            <a:lvl4pPr marL="1371600" indent="0">
              <a:buNone/>
              <a:defRPr b="1">
                <a:solidFill>
                  <a:schemeClr val="tx1"/>
                </a:solidFill>
                <a:latin typeface="+mj-lt"/>
              </a:defRPr>
            </a:lvl4pPr>
            <a:lvl5pPr marL="1828800" indent="0">
              <a:buNone/>
              <a:defRPr b="1">
                <a:solidFill>
                  <a:schemeClr val="tx1"/>
                </a:solidFill>
                <a:latin typeface="+mj-lt"/>
              </a:defRPr>
            </a:lvl5pPr>
          </a:lstStyle>
          <a:p>
            <a:pPr lvl="0"/>
            <a:r>
              <a:rPr lang="en-US" dirty="0"/>
              <a:t>#</a:t>
            </a:r>
          </a:p>
        </p:txBody>
      </p:sp>
      <p:sp>
        <p:nvSpPr>
          <p:cNvPr id="21" name="Text Placeholder 3">
            <a:extLst>
              <a:ext uri="{FF2B5EF4-FFF2-40B4-BE49-F238E27FC236}">
                <a16:creationId xmlns:a16="http://schemas.microsoft.com/office/drawing/2014/main" id="{8ABEC6F1-02DD-91A1-15C4-4E3D65F3D322}"/>
              </a:ext>
            </a:extLst>
          </p:cNvPr>
          <p:cNvSpPr>
            <a:spLocks noGrp="1"/>
          </p:cNvSpPr>
          <p:nvPr>
            <p:ph type="body" sz="half" idx="34" hasCustomPrompt="1"/>
          </p:nvPr>
        </p:nvSpPr>
        <p:spPr>
          <a:xfrm>
            <a:off x="9369414" y="3886177"/>
            <a:ext cx="1920240" cy="1097280"/>
          </a:xfrm>
        </p:spPr>
        <p:txBody>
          <a:bodyPr numCol="1">
            <a:noAutofit/>
          </a:bodyPr>
          <a:lstStyle>
            <a:lvl1pPr marL="0" indent="0">
              <a:lnSpc>
                <a:spcPct val="100000"/>
              </a:lnSpc>
              <a:spcBef>
                <a:spcPts val="600"/>
              </a:spcBef>
              <a:buClr>
                <a:schemeClr val="accent2">
                  <a:lumMod val="50000"/>
                </a:schemeClr>
              </a:buClr>
              <a:buSzPct val="120000"/>
              <a:buFont typeface="+mj-lt"/>
              <a:buNone/>
              <a:defRPr sz="1200">
                <a:solidFill>
                  <a:schemeClr val="tx1"/>
                </a:solidFill>
              </a:defRPr>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dirty="0"/>
              <a:t>Click to add text</a:t>
            </a:r>
          </a:p>
        </p:txBody>
      </p:sp>
      <p:sp>
        <p:nvSpPr>
          <p:cNvPr id="9" name="Text Placeholder 27">
            <a:extLst>
              <a:ext uri="{FF2B5EF4-FFF2-40B4-BE49-F238E27FC236}">
                <a16:creationId xmlns:a16="http://schemas.microsoft.com/office/drawing/2014/main" id="{40284018-877E-48C8-A60E-5EA184B0B905}"/>
              </a:ext>
            </a:extLst>
          </p:cNvPr>
          <p:cNvSpPr>
            <a:spLocks noGrp="1"/>
          </p:cNvSpPr>
          <p:nvPr>
            <p:ph type="body" sz="quarter" idx="18" hasCustomPrompt="1"/>
          </p:nvPr>
        </p:nvSpPr>
        <p:spPr>
          <a:xfrm>
            <a:off x="6351894" y="5177497"/>
            <a:ext cx="4937760" cy="640080"/>
          </a:xfrm>
          <a:noFill/>
          <a:ln w="25400">
            <a:solidFill>
              <a:schemeClr val="bg2">
                <a:lumMod val="90000"/>
              </a:schemeClr>
            </a:solidFill>
          </a:ln>
        </p:spPr>
        <p:txBody>
          <a:bodyPr lIns="182880" tIns="137160" rIns="182880" bIns="182880" anchor="t" anchorCtr="0">
            <a:noAutofit/>
          </a:bodyPr>
          <a:lstStyle>
            <a:lvl1pPr marL="0" indent="0" algn="l">
              <a:lnSpc>
                <a:spcPct val="100000"/>
              </a:lnSpc>
              <a:spcBef>
                <a:spcPts val="0"/>
              </a:spcBef>
              <a:buNone/>
              <a:defRPr sz="1400" b="1" i="0" cap="all" baseline="0">
                <a:solidFill>
                  <a:schemeClr val="tx1"/>
                </a:solidFill>
                <a:latin typeface="Franklin Gothic Medium" panose="020B0603020102020204" pitchFamily="34" charset="0"/>
              </a:defRPr>
            </a:lvl1pPr>
            <a:lvl2pPr marL="457200" indent="0">
              <a:buNone/>
              <a:defRPr/>
            </a:lvl2pPr>
            <a:lvl3pPr marL="914400" indent="0">
              <a:buNone/>
              <a:defRPr/>
            </a:lvl3pPr>
            <a:lvl4pPr marL="1371600" indent="0">
              <a:buNone/>
              <a:defRPr/>
            </a:lvl4pPr>
            <a:lvl5pPr marL="1828800" indent="0">
              <a:buNone/>
              <a:defRPr/>
            </a:lvl5pPr>
          </a:lstStyle>
          <a:p>
            <a:pPr lvl="0"/>
            <a:r>
              <a:rPr lang="en-US" dirty="0"/>
              <a:t>text</a:t>
            </a:r>
          </a:p>
        </p:txBody>
      </p:sp>
      <p:sp>
        <p:nvSpPr>
          <p:cNvPr id="18" name="Text Placeholder 17">
            <a:extLst>
              <a:ext uri="{FF2B5EF4-FFF2-40B4-BE49-F238E27FC236}">
                <a16:creationId xmlns:a16="http://schemas.microsoft.com/office/drawing/2014/main" id="{1FAB78F3-C3C1-C3BA-3087-C8259ABD6AF8}"/>
              </a:ext>
            </a:extLst>
          </p:cNvPr>
          <p:cNvSpPr>
            <a:spLocks noGrp="1"/>
          </p:cNvSpPr>
          <p:nvPr>
            <p:ph type="body" sz="quarter" idx="35" hasCustomPrompt="1"/>
          </p:nvPr>
        </p:nvSpPr>
        <p:spPr>
          <a:xfrm>
            <a:off x="6965576" y="5289177"/>
            <a:ext cx="4196137" cy="467830"/>
          </a:xfrm>
        </p:spPr>
        <p:txBody>
          <a:bodyPr lIns="0"/>
          <a:lstStyle>
            <a:lvl1pPr marL="0" indent="0">
              <a:buNone/>
              <a:defRPr sz="1200">
                <a:solidFill>
                  <a:schemeClr val="tx1"/>
                </a:solidFill>
              </a:defRPr>
            </a:lvl1pPr>
            <a:lvl2pPr marL="457200" indent="0">
              <a:buNone/>
              <a:defRPr sz="1200">
                <a:solidFill>
                  <a:schemeClr val="tx1"/>
                </a:solidFill>
              </a:defRPr>
            </a:lvl2pPr>
            <a:lvl3pPr marL="914400" indent="0">
              <a:buNone/>
              <a:defRPr sz="1200">
                <a:solidFill>
                  <a:schemeClr val="tx1"/>
                </a:solidFill>
              </a:defRPr>
            </a:lvl3pPr>
            <a:lvl4pPr marL="1371600" indent="0">
              <a:buNone/>
              <a:defRPr sz="1200">
                <a:solidFill>
                  <a:schemeClr val="tx1"/>
                </a:solidFill>
              </a:defRPr>
            </a:lvl4pPr>
            <a:lvl5pPr marL="1828800" indent="0">
              <a:buNone/>
              <a:defRPr sz="1200">
                <a:solidFill>
                  <a:schemeClr val="tx1"/>
                </a:solidFill>
              </a:defRPr>
            </a:lvl5pPr>
          </a:lstStyle>
          <a:p>
            <a:pPr lvl="0"/>
            <a:r>
              <a:rPr lang="en-US" dirty="0"/>
              <a:t>Click to add text</a:t>
            </a:r>
          </a:p>
        </p:txBody>
      </p:sp>
      <p:sp>
        <p:nvSpPr>
          <p:cNvPr id="19" name="Text Placeholder 3">
            <a:extLst>
              <a:ext uri="{FF2B5EF4-FFF2-40B4-BE49-F238E27FC236}">
                <a16:creationId xmlns:a16="http://schemas.microsoft.com/office/drawing/2014/main" id="{2B63EEB8-169F-4E42-8938-2B33C50057D9}"/>
              </a:ext>
            </a:extLst>
          </p:cNvPr>
          <p:cNvSpPr>
            <a:spLocks noGrp="1"/>
          </p:cNvSpPr>
          <p:nvPr>
            <p:ph type="body" sz="half" idx="15" hasCustomPrompt="1"/>
          </p:nvPr>
        </p:nvSpPr>
        <p:spPr>
          <a:xfrm>
            <a:off x="6351894" y="5989320"/>
            <a:ext cx="4937760" cy="457200"/>
          </a:xfrm>
        </p:spPr>
        <p:txBody>
          <a:bodyPr bIns="0" numCol="1" anchor="b" anchorCtr="0">
            <a:noAutofit/>
          </a:bodyPr>
          <a:lstStyle>
            <a:lvl1pPr marL="0" indent="0">
              <a:lnSpc>
                <a:spcPts val="1400"/>
              </a:lnSpc>
              <a:buNone/>
              <a:defRPr sz="1000">
                <a:solidFill>
                  <a:schemeClr val="tx1"/>
                </a:solidFill>
              </a:defRPr>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dirty="0"/>
              <a:t>Click to add text</a:t>
            </a:r>
          </a:p>
        </p:txBody>
      </p:sp>
      <p:sp>
        <p:nvSpPr>
          <p:cNvPr id="13" name="Slide Number Placeholder 5">
            <a:extLst>
              <a:ext uri="{FF2B5EF4-FFF2-40B4-BE49-F238E27FC236}">
                <a16:creationId xmlns:a16="http://schemas.microsoft.com/office/drawing/2014/main" id="{EAF1384C-39EA-07D1-AB6D-FD77E4E309A8}"/>
              </a:ext>
            </a:extLst>
          </p:cNvPr>
          <p:cNvSpPr>
            <a:spLocks noGrp="1"/>
          </p:cNvSpPr>
          <p:nvPr>
            <p:ph type="sldNum" sz="quarter" idx="4"/>
          </p:nvPr>
        </p:nvSpPr>
        <p:spPr>
          <a:xfrm>
            <a:off x="11274552" y="5989319"/>
            <a:ext cx="457200" cy="457200"/>
          </a:xfrm>
          <a:prstGeom prst="rect">
            <a:avLst/>
          </a:prstGeom>
        </p:spPr>
        <p:txBody>
          <a:bodyPr vert="horz" lIns="0" tIns="0" rIns="0" bIns="0" rtlCol="0" anchor="b" anchorCtr="0"/>
          <a:lstStyle>
            <a:lvl1pPr algn="r">
              <a:lnSpc>
                <a:spcPts val="1680"/>
              </a:lnSpc>
              <a:defRPr sz="1600" b="1" i="1">
                <a:solidFill>
                  <a:schemeClr val="tx1">
                    <a:lumMod val="85000"/>
                    <a:lumOff val="15000"/>
                  </a:schemeClr>
                </a:solidFill>
                <a:latin typeface="+mj-lt"/>
              </a:defRPr>
            </a:lvl1pPr>
          </a:lstStyle>
          <a:p>
            <a:fld id="{745CA84A-544F-4B6B-BC9A-925394EE73B5}" type="slidenum">
              <a:rPr lang="en-US" smtClean="0"/>
              <a:pPr/>
              <a:t>‹#›</a:t>
            </a:fld>
            <a:endParaRPr lang="en-US" dirty="0"/>
          </a:p>
        </p:txBody>
      </p:sp>
    </p:spTree>
    <p:extLst>
      <p:ext uri="{BB962C8B-B14F-4D97-AF65-F5344CB8AC3E}">
        <p14:creationId xmlns:p14="http://schemas.microsoft.com/office/powerpoint/2010/main" val="2153287191"/>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Section Header">
    <p:spTree>
      <p:nvGrpSpPr>
        <p:cNvPr id="1" name=""/>
        <p:cNvGrpSpPr/>
        <p:nvPr/>
      </p:nvGrpSpPr>
      <p:grpSpPr>
        <a:xfrm>
          <a:off x="0" y="0"/>
          <a:ext cx="0" cy="0"/>
          <a:chOff x="0" y="0"/>
          <a:chExt cx="0" cy="0"/>
        </a:xfrm>
      </p:grpSpPr>
      <p:sp>
        <p:nvSpPr>
          <p:cNvPr id="4" name="Picture Placeholder 4">
            <a:extLst>
              <a:ext uri="{FF2B5EF4-FFF2-40B4-BE49-F238E27FC236}">
                <a16:creationId xmlns:a16="http://schemas.microsoft.com/office/drawing/2014/main" id="{0EBF2F49-7BE2-47B1-8BC4-A7641CB89A23}"/>
              </a:ext>
            </a:extLst>
          </p:cNvPr>
          <p:cNvSpPr>
            <a:spLocks noGrp="1"/>
          </p:cNvSpPr>
          <p:nvPr>
            <p:ph type="pic" sz="quarter" idx="10" hasCustomPrompt="1"/>
          </p:nvPr>
        </p:nvSpPr>
        <p:spPr>
          <a:xfrm>
            <a:off x="0" y="0"/>
            <a:ext cx="12192000" cy="6858000"/>
          </a:xfrm>
          <a:noFill/>
        </p:spPr>
        <p:txBody>
          <a:bodyPr anchor="ctr"/>
          <a:lstStyle>
            <a:lvl1pPr marL="0" indent="0" algn="ctr">
              <a:buNone/>
              <a:defRPr/>
            </a:lvl1pPr>
          </a:lstStyle>
          <a:p>
            <a:r>
              <a:rPr lang="en-US" dirty="0"/>
              <a:t>Add a picture </a:t>
            </a:r>
          </a:p>
        </p:txBody>
      </p:sp>
      <p:sp>
        <p:nvSpPr>
          <p:cNvPr id="10" name="Title 1">
            <a:extLst>
              <a:ext uri="{FF2B5EF4-FFF2-40B4-BE49-F238E27FC236}">
                <a16:creationId xmlns:a16="http://schemas.microsoft.com/office/drawing/2014/main" id="{C5B73CD6-4AD9-41DA-9481-BA512E885FE5}"/>
              </a:ext>
            </a:extLst>
          </p:cNvPr>
          <p:cNvSpPr>
            <a:spLocks noGrp="1"/>
          </p:cNvSpPr>
          <p:nvPr>
            <p:ph type="title" hasCustomPrompt="1"/>
          </p:nvPr>
        </p:nvSpPr>
        <p:spPr>
          <a:xfrm>
            <a:off x="467711" y="457200"/>
            <a:ext cx="11256579" cy="1280160"/>
          </a:xfrm>
          <a:prstGeom prst="rect">
            <a:avLst/>
          </a:prstGeom>
        </p:spPr>
        <p:txBody>
          <a:bodyPr tIns="0" anchor="t" anchorCtr="0">
            <a:noAutofit/>
          </a:bodyPr>
          <a:lstStyle>
            <a:lvl1pPr algn="l">
              <a:lnSpc>
                <a:spcPct val="90000"/>
              </a:lnSpc>
              <a:defRPr sz="7200">
                <a:solidFill>
                  <a:schemeClr val="tx1">
                    <a:lumMod val="85000"/>
                    <a:lumOff val="15000"/>
                  </a:schemeClr>
                </a:solidFill>
              </a:defRPr>
            </a:lvl1pPr>
          </a:lstStyle>
          <a:p>
            <a:r>
              <a:rPr lang="en-US" dirty="0"/>
              <a:t>Click to add title</a:t>
            </a:r>
          </a:p>
        </p:txBody>
      </p:sp>
    </p:spTree>
    <p:extLst>
      <p:ext uri="{BB962C8B-B14F-4D97-AF65-F5344CB8AC3E}">
        <p14:creationId xmlns:p14="http://schemas.microsoft.com/office/powerpoint/2010/main" val="1346047189"/>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Contributors">
    <p:spTree>
      <p:nvGrpSpPr>
        <p:cNvPr id="1" name=""/>
        <p:cNvGrpSpPr/>
        <p:nvPr/>
      </p:nvGrpSpPr>
      <p:grpSpPr>
        <a:xfrm>
          <a:off x="0" y="0"/>
          <a:ext cx="0" cy="0"/>
          <a:chOff x="0" y="0"/>
          <a:chExt cx="0" cy="0"/>
        </a:xfrm>
      </p:grpSpPr>
      <p:sp>
        <p:nvSpPr>
          <p:cNvPr id="10" name="Title 1">
            <a:extLst>
              <a:ext uri="{FF2B5EF4-FFF2-40B4-BE49-F238E27FC236}">
                <a16:creationId xmlns:a16="http://schemas.microsoft.com/office/drawing/2014/main" id="{C5B73CD6-4AD9-41DA-9481-BA512E885FE5}"/>
              </a:ext>
            </a:extLst>
          </p:cNvPr>
          <p:cNvSpPr>
            <a:spLocks noGrp="1"/>
          </p:cNvSpPr>
          <p:nvPr>
            <p:ph type="title" hasCustomPrompt="1"/>
          </p:nvPr>
        </p:nvSpPr>
        <p:spPr>
          <a:xfrm>
            <a:off x="4507606" y="2743200"/>
            <a:ext cx="7228159" cy="1280160"/>
          </a:xfrm>
          <a:prstGeom prst="rect">
            <a:avLst/>
          </a:prstGeom>
        </p:spPr>
        <p:txBody>
          <a:bodyPr tIns="0" anchor="t" anchorCtr="0">
            <a:noAutofit/>
          </a:bodyPr>
          <a:lstStyle>
            <a:lvl1pPr>
              <a:lnSpc>
                <a:spcPct val="90000"/>
              </a:lnSpc>
              <a:defRPr sz="7200">
                <a:solidFill>
                  <a:schemeClr val="tx1">
                    <a:lumMod val="85000"/>
                    <a:lumOff val="15000"/>
                  </a:schemeClr>
                </a:solidFill>
              </a:defRPr>
            </a:lvl1pPr>
          </a:lstStyle>
          <a:p>
            <a:r>
              <a:rPr lang="en-US" dirty="0"/>
              <a:t>Click to add title</a:t>
            </a:r>
          </a:p>
        </p:txBody>
      </p:sp>
      <p:sp>
        <p:nvSpPr>
          <p:cNvPr id="5" name="Subtitle 2">
            <a:extLst>
              <a:ext uri="{FF2B5EF4-FFF2-40B4-BE49-F238E27FC236}">
                <a16:creationId xmlns:a16="http://schemas.microsoft.com/office/drawing/2014/main" id="{6D233A8E-E8E2-428D-B3B1-4DD2D1AD48F2}"/>
              </a:ext>
            </a:extLst>
          </p:cNvPr>
          <p:cNvSpPr>
            <a:spLocks noGrp="1"/>
          </p:cNvSpPr>
          <p:nvPr>
            <p:ph type="subTitle" idx="10" hasCustomPrompt="1"/>
          </p:nvPr>
        </p:nvSpPr>
        <p:spPr>
          <a:xfrm>
            <a:off x="4507606" y="4114800"/>
            <a:ext cx="7228159" cy="2286000"/>
          </a:xfrm>
        </p:spPr>
        <p:txBody>
          <a:bodyPr tIns="0" numCol="3" spcCol="457200">
            <a:noAutofit/>
          </a:bodyPr>
          <a:lstStyle>
            <a:lvl1pPr marL="0" indent="0" algn="l">
              <a:lnSpc>
                <a:spcPts val="4500"/>
              </a:lnSpc>
              <a:spcBef>
                <a:spcPts val="300"/>
              </a:spcBef>
              <a:buNone/>
              <a:defRPr sz="2000" b="1" i="1">
                <a:solidFill>
                  <a:schemeClr val="tx1">
                    <a:lumMod val="85000"/>
                    <a:lumOff val="15000"/>
                  </a:schemeClr>
                </a:solidFill>
                <a:latin typeface="+mj-lt"/>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dirty="0"/>
              <a:t>Click to add subtitle</a:t>
            </a:r>
          </a:p>
        </p:txBody>
      </p:sp>
      <p:sp>
        <p:nvSpPr>
          <p:cNvPr id="6" name="Picture Placeholder 4">
            <a:extLst>
              <a:ext uri="{FF2B5EF4-FFF2-40B4-BE49-F238E27FC236}">
                <a16:creationId xmlns:a16="http://schemas.microsoft.com/office/drawing/2014/main" id="{EA2014FC-BC19-4F06-91E1-BBB98A5CE2AA}"/>
              </a:ext>
            </a:extLst>
          </p:cNvPr>
          <p:cNvSpPr>
            <a:spLocks noGrp="1"/>
          </p:cNvSpPr>
          <p:nvPr>
            <p:ph type="pic" sz="quarter" idx="11" hasCustomPrompt="1"/>
          </p:nvPr>
        </p:nvSpPr>
        <p:spPr>
          <a:xfrm>
            <a:off x="0" y="0"/>
            <a:ext cx="3968496" cy="6858000"/>
          </a:xfrm>
          <a:noFill/>
        </p:spPr>
        <p:txBody>
          <a:bodyPr anchor="ctr"/>
          <a:lstStyle>
            <a:lvl1pPr marL="0" indent="0" algn="ctr">
              <a:buNone/>
              <a:defRPr/>
            </a:lvl1pPr>
          </a:lstStyle>
          <a:p>
            <a:r>
              <a:rPr lang="en-US" dirty="0"/>
              <a:t>Add a picture </a:t>
            </a:r>
          </a:p>
        </p:txBody>
      </p:sp>
    </p:spTree>
    <p:extLst>
      <p:ext uri="{BB962C8B-B14F-4D97-AF65-F5344CB8AC3E}">
        <p14:creationId xmlns:p14="http://schemas.microsoft.com/office/powerpoint/2010/main" val="3677679537"/>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Closin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E6A96BD-B6AC-4441-9EB5-EF715B563CC5}"/>
              </a:ext>
            </a:extLst>
          </p:cNvPr>
          <p:cNvSpPr>
            <a:spLocks noGrp="1"/>
          </p:cNvSpPr>
          <p:nvPr>
            <p:ph type="title" hasCustomPrompt="1"/>
          </p:nvPr>
        </p:nvSpPr>
        <p:spPr>
          <a:xfrm>
            <a:off x="457199" y="457198"/>
            <a:ext cx="11201400" cy="971552"/>
          </a:xfrm>
          <a:prstGeom prst="rect">
            <a:avLst/>
          </a:prstGeom>
        </p:spPr>
        <p:txBody>
          <a:bodyPr tIns="0" anchor="t" anchorCtr="0">
            <a:normAutofit/>
          </a:bodyPr>
          <a:lstStyle>
            <a:lvl1pPr>
              <a:defRPr sz="7200">
                <a:solidFill>
                  <a:schemeClr val="tx1">
                    <a:lumMod val="85000"/>
                    <a:lumOff val="15000"/>
                  </a:schemeClr>
                </a:solidFill>
              </a:defRPr>
            </a:lvl1pPr>
          </a:lstStyle>
          <a:p>
            <a:r>
              <a:rPr lang="en-US" dirty="0"/>
              <a:t>Click to add title </a:t>
            </a:r>
          </a:p>
        </p:txBody>
      </p:sp>
      <p:sp>
        <p:nvSpPr>
          <p:cNvPr id="7" name="Subtitle 2">
            <a:extLst>
              <a:ext uri="{FF2B5EF4-FFF2-40B4-BE49-F238E27FC236}">
                <a16:creationId xmlns:a16="http://schemas.microsoft.com/office/drawing/2014/main" id="{C82E24EF-9D75-D197-3BFB-2AC785E86282}"/>
              </a:ext>
            </a:extLst>
          </p:cNvPr>
          <p:cNvSpPr>
            <a:spLocks noGrp="1"/>
          </p:cNvSpPr>
          <p:nvPr>
            <p:ph type="subTitle" idx="1" hasCustomPrompt="1"/>
          </p:nvPr>
        </p:nvSpPr>
        <p:spPr>
          <a:xfrm>
            <a:off x="457201" y="1554480"/>
            <a:ext cx="11201400" cy="638022"/>
          </a:xfrm>
        </p:spPr>
        <p:txBody>
          <a:bodyPr>
            <a:normAutofit/>
          </a:bodyPr>
          <a:lstStyle>
            <a:lvl1pPr marL="0" indent="0" algn="l">
              <a:buNone/>
              <a:defRPr sz="2000" b="1" i="1" cap="none" spc="0" baseline="0">
                <a:solidFill>
                  <a:schemeClr val="tx1">
                    <a:lumMod val="85000"/>
                    <a:lumOff val="15000"/>
                  </a:schemeClr>
                </a:solidFill>
                <a:latin typeface="+mj-lt"/>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dirty="0"/>
              <a:t>Click to add subtitle </a:t>
            </a:r>
          </a:p>
        </p:txBody>
      </p:sp>
      <p:sp>
        <p:nvSpPr>
          <p:cNvPr id="19" name="Picture Placeholder 4">
            <a:extLst>
              <a:ext uri="{FF2B5EF4-FFF2-40B4-BE49-F238E27FC236}">
                <a16:creationId xmlns:a16="http://schemas.microsoft.com/office/drawing/2014/main" id="{1FFC4A27-82C1-409D-B822-91EB3DF28632}"/>
              </a:ext>
            </a:extLst>
          </p:cNvPr>
          <p:cNvSpPr>
            <a:spLocks noGrp="1"/>
          </p:cNvSpPr>
          <p:nvPr>
            <p:ph type="pic" sz="quarter" idx="10" hasCustomPrompt="1"/>
          </p:nvPr>
        </p:nvSpPr>
        <p:spPr>
          <a:xfrm>
            <a:off x="0" y="2743200"/>
            <a:ext cx="4069080" cy="4114800"/>
          </a:xfrm>
          <a:noFill/>
        </p:spPr>
        <p:txBody>
          <a:bodyPr anchor="ctr"/>
          <a:lstStyle>
            <a:lvl1pPr marL="0" indent="0" algn="ctr">
              <a:buNone/>
              <a:defRPr/>
            </a:lvl1pPr>
          </a:lstStyle>
          <a:p>
            <a:r>
              <a:rPr lang="en-US" dirty="0"/>
              <a:t>Add a picture </a:t>
            </a:r>
          </a:p>
        </p:txBody>
      </p:sp>
      <p:sp>
        <p:nvSpPr>
          <p:cNvPr id="5" name="Picture Placeholder 4">
            <a:extLst>
              <a:ext uri="{FF2B5EF4-FFF2-40B4-BE49-F238E27FC236}">
                <a16:creationId xmlns:a16="http://schemas.microsoft.com/office/drawing/2014/main" id="{BEB24175-FCF4-B7E7-2167-75B5D2CB173D}"/>
              </a:ext>
            </a:extLst>
          </p:cNvPr>
          <p:cNvSpPr>
            <a:spLocks noGrp="1"/>
          </p:cNvSpPr>
          <p:nvPr>
            <p:ph type="pic" sz="quarter" idx="12" hasCustomPrompt="1"/>
          </p:nvPr>
        </p:nvSpPr>
        <p:spPr>
          <a:xfrm>
            <a:off x="4061460" y="2743200"/>
            <a:ext cx="4069080" cy="4114800"/>
          </a:xfrm>
          <a:noFill/>
        </p:spPr>
        <p:txBody>
          <a:bodyPr anchor="ctr"/>
          <a:lstStyle>
            <a:lvl1pPr marL="0" indent="0" algn="ctr">
              <a:buNone/>
              <a:defRPr/>
            </a:lvl1pPr>
          </a:lstStyle>
          <a:p>
            <a:r>
              <a:rPr lang="en-US" dirty="0"/>
              <a:t>Add a picture </a:t>
            </a:r>
          </a:p>
        </p:txBody>
      </p:sp>
      <p:sp>
        <p:nvSpPr>
          <p:cNvPr id="4" name="Picture Placeholder 4">
            <a:extLst>
              <a:ext uri="{FF2B5EF4-FFF2-40B4-BE49-F238E27FC236}">
                <a16:creationId xmlns:a16="http://schemas.microsoft.com/office/drawing/2014/main" id="{EEA5E70B-F4FB-4795-A208-10267176B7C7}"/>
              </a:ext>
            </a:extLst>
          </p:cNvPr>
          <p:cNvSpPr>
            <a:spLocks noGrp="1"/>
          </p:cNvSpPr>
          <p:nvPr>
            <p:ph type="pic" sz="quarter" idx="11" hasCustomPrompt="1"/>
          </p:nvPr>
        </p:nvSpPr>
        <p:spPr>
          <a:xfrm>
            <a:off x="8122920" y="2743200"/>
            <a:ext cx="4069080" cy="4114800"/>
          </a:xfrm>
          <a:noFill/>
        </p:spPr>
        <p:txBody>
          <a:bodyPr anchor="ctr"/>
          <a:lstStyle>
            <a:lvl1pPr marL="0" indent="0" algn="ctr">
              <a:buNone/>
              <a:defRPr/>
            </a:lvl1pPr>
          </a:lstStyle>
          <a:p>
            <a:r>
              <a:rPr lang="en-US" dirty="0"/>
              <a:t>Add a picture </a:t>
            </a:r>
          </a:p>
        </p:txBody>
      </p:sp>
    </p:spTree>
    <p:extLst>
      <p:ext uri="{BB962C8B-B14F-4D97-AF65-F5344CB8AC3E}">
        <p14:creationId xmlns:p14="http://schemas.microsoft.com/office/powerpoint/2010/main" val="758894985"/>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theme" Target="../theme/theme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3" name="Text Placeholder 2">
            <a:extLst>
              <a:ext uri="{FF2B5EF4-FFF2-40B4-BE49-F238E27FC236}">
                <a16:creationId xmlns:a16="http://schemas.microsoft.com/office/drawing/2014/main" id="{1A58240A-8AA3-4585-BCFB-5E6B8F3DE46B}"/>
              </a:ext>
            </a:extLst>
          </p:cNvPr>
          <p:cNvSpPr>
            <a:spLocks noGrp="1"/>
          </p:cNvSpPr>
          <p:nvPr>
            <p:ph type="body" idx="1"/>
          </p:nvPr>
        </p:nvSpPr>
        <p:spPr>
          <a:xfrm>
            <a:off x="838200" y="1825625"/>
            <a:ext cx="10515600" cy="4351338"/>
          </a:xfrm>
          <a:prstGeom prst="rect">
            <a:avLst/>
          </a:prstGeom>
        </p:spPr>
        <p:txBody>
          <a:bodyPr vert="horz" lIns="91440" tIns="45720" rIns="91440" bIns="45720" rtlCol="0">
            <a:noAutofit/>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dirty="0"/>
          </a:p>
        </p:txBody>
      </p:sp>
      <p:sp>
        <p:nvSpPr>
          <p:cNvPr id="6" name="Slide Number Placeholder 5">
            <a:extLst>
              <a:ext uri="{FF2B5EF4-FFF2-40B4-BE49-F238E27FC236}">
                <a16:creationId xmlns:a16="http://schemas.microsoft.com/office/drawing/2014/main" id="{5FDFD43C-A0D1-4CC6-9A2E-479DF76A24B0}"/>
              </a:ext>
            </a:extLst>
          </p:cNvPr>
          <p:cNvSpPr>
            <a:spLocks noGrp="1"/>
          </p:cNvSpPr>
          <p:nvPr>
            <p:ph type="sldNum" sz="quarter" idx="4"/>
          </p:nvPr>
        </p:nvSpPr>
        <p:spPr>
          <a:xfrm>
            <a:off x="11274552" y="5989319"/>
            <a:ext cx="457200" cy="457200"/>
          </a:xfrm>
          <a:prstGeom prst="rect">
            <a:avLst/>
          </a:prstGeom>
        </p:spPr>
        <p:txBody>
          <a:bodyPr vert="horz" lIns="0" tIns="0" rIns="0" bIns="0" rtlCol="0" anchor="b" anchorCtr="0"/>
          <a:lstStyle>
            <a:lvl1pPr algn="r">
              <a:lnSpc>
                <a:spcPts val="1680"/>
              </a:lnSpc>
              <a:defRPr sz="1600" b="1" i="1">
                <a:solidFill>
                  <a:schemeClr val="tx1">
                    <a:lumMod val="85000"/>
                    <a:lumOff val="15000"/>
                  </a:schemeClr>
                </a:solidFill>
                <a:latin typeface="+mj-lt"/>
              </a:defRPr>
            </a:lvl1pPr>
          </a:lstStyle>
          <a:p>
            <a:fld id="{745CA84A-544F-4B6B-BC9A-925394EE73B5}" type="slidenum">
              <a:rPr lang="en-US" smtClean="0"/>
              <a:pPr/>
              <a:t>‹#›</a:t>
            </a:fld>
            <a:endParaRPr lang="en-US" dirty="0"/>
          </a:p>
        </p:txBody>
      </p:sp>
      <p:sp>
        <p:nvSpPr>
          <p:cNvPr id="7" name="Title Placeholder 6">
            <a:extLst>
              <a:ext uri="{FF2B5EF4-FFF2-40B4-BE49-F238E27FC236}">
                <a16:creationId xmlns:a16="http://schemas.microsoft.com/office/drawing/2014/main" id="{9B92C827-4DAB-89F5-4FBD-C72A830073DF}"/>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dirty="0"/>
              <a:t>Click to add title</a:t>
            </a:r>
          </a:p>
        </p:txBody>
      </p:sp>
    </p:spTree>
    <p:extLst>
      <p:ext uri="{BB962C8B-B14F-4D97-AF65-F5344CB8AC3E}">
        <p14:creationId xmlns:p14="http://schemas.microsoft.com/office/powerpoint/2010/main" val="1201637337"/>
      </p:ext>
    </p:extLst>
  </p:cSld>
  <p:clrMap bg1="lt1" tx1="dk1" bg2="lt2" tx2="dk2" accent1="accent1" accent2="accent2" accent3="accent3" accent4="accent4" accent5="accent5" accent6="accent6" hlink="hlink" folHlink="folHlink"/>
  <p:sldLayoutIdLst>
    <p:sldLayoutId id="2147483682" r:id="rId1"/>
    <p:sldLayoutId id="2147483684" r:id="rId2"/>
    <p:sldLayoutId id="2147483664" r:id="rId3"/>
    <p:sldLayoutId id="2147483668" r:id="rId4"/>
    <p:sldLayoutId id="2147483690" r:id="rId5"/>
    <p:sldLayoutId id="2147483670" r:id="rId6"/>
    <p:sldLayoutId id="2147483714" r:id="rId7"/>
    <p:sldLayoutId id="2147483685" r:id="rId8"/>
    <p:sldLayoutId id="2147483694" r:id="rId9"/>
    <p:sldLayoutId id="2147483696" r:id="rId10"/>
  </p:sldLayoutIdLst>
  <p:hf hdr="0" ftr="0" dt="0"/>
  <p:txStyles>
    <p:titleStyle>
      <a:lvl1pPr algn="l" defTabSz="914400" rtl="0" eaLnBrk="1" latinLnBrk="0" hangingPunct="1">
        <a:lnSpc>
          <a:spcPct val="90000"/>
        </a:lnSpc>
        <a:spcBef>
          <a:spcPct val="0"/>
        </a:spcBef>
        <a:buNone/>
        <a:defRPr sz="4800" b="0" i="1" kern="1200" spc="100" baseline="0">
          <a:solidFill>
            <a:schemeClr val="tx1"/>
          </a:solidFill>
          <a:latin typeface="+mj-lt"/>
          <a:ea typeface="+mj-ea"/>
          <a:cs typeface="+mj-cs"/>
        </a:defRPr>
      </a:lvl1pPr>
    </p:titleStyle>
    <p:bodyStyle>
      <a:lvl1pPr marL="228600" indent="-228600" algn="l" defTabSz="914400" rtl="0" eaLnBrk="1" latinLnBrk="0" hangingPunct="1">
        <a:lnSpc>
          <a:spcPct val="10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10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10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10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10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1.xml"/><Relationship Id="rId1" Type="http://schemas.openxmlformats.org/officeDocument/2006/relationships/slideLayout" Target="../slideLayouts/slideLayout1.xml"/><Relationship Id="rId4" Type="http://schemas.openxmlformats.org/officeDocument/2006/relationships/image" Target="../media/image2.jpeg"/></Relationships>
</file>

<file path=ppt/slides/_rels/slide2.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image" Target="../media/image4.jpeg"/><Relationship Id="rId1" Type="http://schemas.openxmlformats.org/officeDocument/2006/relationships/slideLayout" Target="../slideLayouts/slideLayout3.xml"/></Relationships>
</file>

<file path=ppt/slides/_rels/slide4.xml.rels><?xml version="1.0" encoding="UTF-8" standalone="yes"?>
<Relationships xmlns="http://schemas.openxmlformats.org/package/2006/relationships"><Relationship Id="rId2" Type="http://schemas.openxmlformats.org/officeDocument/2006/relationships/image" Target="../media/image5.jpe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6.svg"/><Relationship Id="rId1" Type="http://schemas.openxmlformats.org/officeDocument/2006/relationships/slideLayout" Target="../slideLayouts/slideLayout4.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accent2">
            <a:lumMod val="75000"/>
          </a:schemeClr>
        </a:solidFill>
        <a:effectLst/>
      </p:bgPr>
    </p:bg>
    <p:spTree>
      <p:nvGrpSpPr>
        <p:cNvPr id="1" name=""/>
        <p:cNvGrpSpPr/>
        <p:nvPr/>
      </p:nvGrpSpPr>
      <p:grpSpPr>
        <a:xfrm>
          <a:off x="0" y="0"/>
          <a:ext cx="0" cy="0"/>
          <a:chOff x="0" y="0"/>
          <a:chExt cx="0" cy="0"/>
        </a:xfrm>
      </p:grpSpPr>
      <p:pic>
        <p:nvPicPr>
          <p:cNvPr id="1026" name="Picture 2" descr="Here is a tray for dinner, for a group meal. From right clockwise: basiko,  salad, moulokhiya w meat stew, fried chicken, sweet pumpkin (bonjo), kisra  and bread.">
            <a:extLst>
              <a:ext uri="{FF2B5EF4-FFF2-40B4-BE49-F238E27FC236}">
                <a16:creationId xmlns:a16="http://schemas.microsoft.com/office/drawing/2014/main" id="{7623983A-799A-0A82-E4C7-7F2472949BBA}"/>
              </a:ext>
            </a:extLst>
          </p:cNvPr>
          <p:cNvPicPr>
            <a:picLocks noChangeAspect="1" noChangeArrowheads="1"/>
          </p:cNvPicPr>
          <p:nvPr/>
        </p:nvPicPr>
        <p:blipFill>
          <a:blip r:embed="rId3">
            <a:alphaModFix/>
            <a:extLst>
              <a:ext uri="{28A0092B-C50C-407E-A947-70E740481C1C}">
                <a14:useLocalDpi xmlns:a14="http://schemas.microsoft.com/office/drawing/2010/main" val="0"/>
              </a:ext>
            </a:extLst>
          </a:blip>
          <a:srcRect/>
          <a:stretch>
            <a:fillRect/>
          </a:stretch>
        </p:blipFill>
        <p:spPr bwMode="auto">
          <a:xfrm>
            <a:off x="0" y="3429000"/>
            <a:ext cx="6096000" cy="3429000"/>
          </a:xfrm>
          <a:prstGeom prst="rect">
            <a:avLst/>
          </a:prstGeom>
          <a:noFill/>
          <a:extLst>
            <a:ext uri="{909E8E84-426E-40DD-AFC4-6F175D3DCCD1}">
              <a14:hiddenFill xmlns:a14="http://schemas.microsoft.com/office/drawing/2010/main">
                <a:solidFill>
                  <a:srgbClr val="FFFFFF"/>
                </a:solidFill>
              </a14:hiddenFill>
            </a:ext>
          </a:extLst>
        </p:spPr>
      </p:pic>
      <p:sp>
        <p:nvSpPr>
          <p:cNvPr id="10" name="Subtitle 2">
            <a:extLst>
              <a:ext uri="{FF2B5EF4-FFF2-40B4-BE49-F238E27FC236}">
                <a16:creationId xmlns:a16="http://schemas.microsoft.com/office/drawing/2014/main" id="{290324E4-7C62-932F-DFF8-6D696E16BD3F}"/>
              </a:ext>
            </a:extLst>
          </p:cNvPr>
          <p:cNvSpPr>
            <a:spLocks noGrp="1"/>
          </p:cNvSpPr>
          <p:nvPr>
            <p:ph type="subTitle" idx="1"/>
          </p:nvPr>
        </p:nvSpPr>
        <p:spPr>
          <a:xfrm>
            <a:off x="286476" y="-910584"/>
            <a:ext cx="13464247" cy="4637632"/>
          </a:xfrm>
        </p:spPr>
        <p:txBody>
          <a:bodyPr>
            <a:normAutofit/>
          </a:bodyPr>
          <a:lstStyle/>
          <a:p>
            <a:endParaRPr lang="en-US" sz="3200" b="1" dirty="0">
              <a:solidFill>
                <a:schemeClr val="bg1">
                  <a:lumMod val="95000"/>
                </a:schemeClr>
              </a:solidFill>
            </a:endParaRPr>
          </a:p>
          <a:p>
            <a:endParaRPr lang="en-US" sz="3200" b="1" dirty="0">
              <a:solidFill>
                <a:schemeClr val="bg1">
                  <a:lumMod val="95000"/>
                </a:schemeClr>
              </a:solidFill>
            </a:endParaRPr>
          </a:p>
          <a:p>
            <a:r>
              <a:rPr lang="en-US" b="1" dirty="0">
                <a:solidFill>
                  <a:schemeClr val="bg1">
                    <a:lumMod val="95000"/>
                  </a:schemeClr>
                </a:solidFill>
                <a:latin typeface="Aptos Display" panose="020B0004020202020204" pitchFamily="34" charset="0"/>
              </a:rPr>
              <a:t>Project Title</a:t>
            </a:r>
            <a:r>
              <a:rPr lang="en-US" sz="3200" b="1" dirty="0">
                <a:solidFill>
                  <a:schemeClr val="bg1">
                    <a:lumMod val="95000"/>
                  </a:schemeClr>
                </a:solidFill>
                <a:latin typeface="Aptos Display" panose="020B0004020202020204" pitchFamily="34" charset="0"/>
              </a:rPr>
              <a:t>: </a:t>
            </a:r>
            <a:r>
              <a:rPr lang="en-US" sz="3200" b="1" dirty="0">
                <a:solidFill>
                  <a:schemeClr val="bg1">
                    <a:lumMod val="95000"/>
                  </a:schemeClr>
                </a:solidFill>
                <a:latin typeface="+mj-lt"/>
              </a:rPr>
              <a:t>SUDANILE KITCHEN MOBILE APPLICATION</a:t>
            </a:r>
          </a:p>
          <a:p>
            <a:r>
              <a:rPr lang="en-US" b="1" dirty="0">
                <a:solidFill>
                  <a:schemeClr val="bg1">
                    <a:lumMod val="95000"/>
                  </a:schemeClr>
                </a:solidFill>
                <a:latin typeface="Aptos Display" panose="020B0004020202020204" pitchFamily="34" charset="0"/>
              </a:rPr>
              <a:t>By: </a:t>
            </a:r>
            <a:r>
              <a:rPr lang="en-US" sz="3200" b="1" dirty="0">
                <a:solidFill>
                  <a:schemeClr val="bg1">
                    <a:lumMod val="95000"/>
                  </a:schemeClr>
                </a:solidFill>
                <a:latin typeface="+mj-lt"/>
              </a:rPr>
              <a:t>WATUMANDE ELIWA WATULEVI SAMUEL</a:t>
            </a:r>
            <a:br>
              <a:rPr lang="en-US" sz="3200" b="1" dirty="0">
                <a:solidFill>
                  <a:schemeClr val="bg1">
                    <a:lumMod val="95000"/>
                  </a:schemeClr>
                </a:solidFill>
                <a:latin typeface="+mj-lt"/>
              </a:rPr>
            </a:br>
            <a:r>
              <a:rPr lang="en-US" b="0" dirty="0">
                <a:solidFill>
                  <a:schemeClr val="bg1">
                    <a:lumMod val="95000"/>
                  </a:schemeClr>
                </a:solidFill>
                <a:latin typeface="Aptos" panose="020B0004020202020204" pitchFamily="34" charset="0"/>
              </a:rPr>
              <a:t>ID: </a:t>
            </a:r>
            <a:r>
              <a:rPr lang="en-US" sz="3200" dirty="0">
                <a:solidFill>
                  <a:schemeClr val="bg1">
                    <a:lumMod val="95000"/>
                  </a:schemeClr>
                </a:solidFill>
              </a:rPr>
              <a:t>SWATEL2221</a:t>
            </a:r>
            <a:endParaRPr lang="en-US" sz="3200" b="1" dirty="0">
              <a:solidFill>
                <a:schemeClr val="bg1">
                  <a:lumMod val="95000"/>
                </a:schemeClr>
              </a:solidFill>
              <a:latin typeface="+mj-lt"/>
            </a:endParaRPr>
          </a:p>
          <a:p>
            <a:r>
              <a:rPr lang="en-US" b="1" dirty="0">
                <a:solidFill>
                  <a:schemeClr val="bg1">
                    <a:lumMod val="95000"/>
                  </a:schemeClr>
                </a:solidFill>
                <a:latin typeface="Aptos Display" panose="020B0004020202020204" pitchFamily="34" charset="0"/>
              </a:rPr>
              <a:t>Major </a:t>
            </a:r>
            <a:r>
              <a:rPr lang="en-US" b="1" dirty="0">
                <a:solidFill>
                  <a:schemeClr val="bg1">
                    <a:lumMod val="95000"/>
                  </a:schemeClr>
                </a:solidFill>
              </a:rPr>
              <a:t>: </a:t>
            </a:r>
            <a:r>
              <a:rPr lang="en-US" sz="3200" b="1" dirty="0">
                <a:solidFill>
                  <a:schemeClr val="bg1">
                    <a:lumMod val="95000"/>
                  </a:schemeClr>
                </a:solidFill>
                <a:latin typeface="+mj-lt"/>
              </a:rPr>
              <a:t>SOFTWARE ENGINEERING</a:t>
            </a:r>
          </a:p>
          <a:p>
            <a:r>
              <a:rPr lang="en-US" b="1" dirty="0">
                <a:solidFill>
                  <a:schemeClr val="bg1">
                    <a:lumMod val="95000"/>
                  </a:schemeClr>
                </a:solidFill>
                <a:latin typeface="Aptos Display" panose="020B0004020202020204" pitchFamily="34" charset="0"/>
              </a:rPr>
              <a:t>Supervisor</a:t>
            </a:r>
            <a:r>
              <a:rPr lang="en-US" b="1" dirty="0">
                <a:solidFill>
                  <a:schemeClr val="bg1">
                    <a:lumMod val="95000"/>
                  </a:schemeClr>
                </a:solidFill>
              </a:rPr>
              <a:t>: </a:t>
            </a:r>
            <a:r>
              <a:rPr lang="en-US" sz="3200" b="1" dirty="0">
                <a:solidFill>
                  <a:schemeClr val="bg1">
                    <a:lumMod val="95000"/>
                  </a:schemeClr>
                </a:solidFill>
                <a:latin typeface="+mj-lt"/>
              </a:rPr>
              <a:t>MR. FELIX CHEPSIROR</a:t>
            </a:r>
          </a:p>
          <a:p>
            <a:endParaRPr lang="en-US" sz="3200" b="1" dirty="0">
              <a:solidFill>
                <a:schemeClr val="bg1">
                  <a:lumMod val="95000"/>
                </a:schemeClr>
              </a:solidFill>
            </a:endParaRPr>
          </a:p>
        </p:txBody>
      </p:sp>
      <p:pic>
        <p:nvPicPr>
          <p:cNvPr id="1028" name="Picture 4" descr="Basico – Sesame, Greens and Smoked Meat recipe - Taste of South Sudan">
            <a:extLst>
              <a:ext uri="{FF2B5EF4-FFF2-40B4-BE49-F238E27FC236}">
                <a16:creationId xmlns:a16="http://schemas.microsoft.com/office/drawing/2014/main" id="{491769A3-375C-6611-4874-E4DB3AC1960D}"/>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6096000" y="3429000"/>
            <a:ext cx="6096000" cy="34290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92633214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7" presetClass="entr" presetSubtype="0" fill="hold" grpId="0" nodeType="withEffect">
                                  <p:stCondLst>
                                    <p:cond delay="0"/>
                                  </p:stCondLst>
                                  <p:childTnLst>
                                    <p:set>
                                      <p:cBhvr>
                                        <p:cTn id="6" dur="1" fill="hold">
                                          <p:stCondLst>
                                            <p:cond delay="0"/>
                                          </p:stCondLst>
                                        </p:cTn>
                                        <p:tgtEl>
                                          <p:spTgt spid="10">
                                            <p:txEl>
                                              <p:pRg st="2" end="2"/>
                                            </p:txEl>
                                          </p:spTgt>
                                        </p:tgtEl>
                                        <p:attrNameLst>
                                          <p:attrName>style.visibility</p:attrName>
                                        </p:attrNameLst>
                                      </p:cBhvr>
                                      <p:to>
                                        <p:strVal val="visible"/>
                                      </p:to>
                                    </p:set>
                                    <p:animEffect transition="in" filter="fade">
                                      <p:cBhvr>
                                        <p:cTn id="7" dur="500"/>
                                        <p:tgtEl>
                                          <p:spTgt spid="10">
                                            <p:txEl>
                                              <p:pRg st="2" end="2"/>
                                            </p:txEl>
                                          </p:spTgt>
                                        </p:tgtEl>
                                      </p:cBhvr>
                                    </p:animEffect>
                                    <p:anim calcmode="lin" valueType="num">
                                      <p:cBhvr>
                                        <p:cTn id="8" dur="500" fill="hold"/>
                                        <p:tgtEl>
                                          <p:spTgt spid="10">
                                            <p:txEl>
                                              <p:pRg st="2" end="2"/>
                                            </p:txEl>
                                          </p:spTgt>
                                        </p:tgtEl>
                                        <p:attrNameLst>
                                          <p:attrName>ppt_x</p:attrName>
                                        </p:attrNameLst>
                                      </p:cBhvr>
                                      <p:tavLst>
                                        <p:tav tm="0">
                                          <p:val>
                                            <p:strVal val="#ppt_x"/>
                                          </p:val>
                                        </p:tav>
                                        <p:tav tm="100000">
                                          <p:val>
                                            <p:strVal val="#ppt_x"/>
                                          </p:val>
                                        </p:tav>
                                      </p:tavLst>
                                    </p:anim>
                                    <p:anim calcmode="lin" valueType="num">
                                      <p:cBhvr>
                                        <p:cTn id="9" dur="500" fill="hold"/>
                                        <p:tgtEl>
                                          <p:spTgt spid="10">
                                            <p:txEl>
                                              <p:pRg st="2" end="2"/>
                                            </p:txEl>
                                          </p:spTgt>
                                        </p:tgtEl>
                                        <p:attrNameLst>
                                          <p:attrName>ppt_y</p:attrName>
                                        </p:attrNameLst>
                                      </p:cBhvr>
                                      <p:tavLst>
                                        <p:tav tm="0">
                                          <p:val>
                                            <p:strVal val="#ppt_y-.1"/>
                                          </p:val>
                                        </p:tav>
                                        <p:tav tm="100000">
                                          <p:val>
                                            <p:strVal val="#ppt_y"/>
                                          </p:val>
                                        </p:tav>
                                      </p:tavLst>
                                    </p:anim>
                                  </p:childTnLst>
                                </p:cTn>
                              </p:par>
                              <p:par>
                                <p:cTn id="10" presetID="47" presetClass="entr" presetSubtype="0" fill="hold" grpId="0" nodeType="withEffect">
                                  <p:stCondLst>
                                    <p:cond delay="0"/>
                                  </p:stCondLst>
                                  <p:childTnLst>
                                    <p:set>
                                      <p:cBhvr>
                                        <p:cTn id="11" dur="1" fill="hold">
                                          <p:stCondLst>
                                            <p:cond delay="0"/>
                                          </p:stCondLst>
                                        </p:cTn>
                                        <p:tgtEl>
                                          <p:spTgt spid="10">
                                            <p:txEl>
                                              <p:pRg st="3" end="3"/>
                                            </p:txEl>
                                          </p:spTgt>
                                        </p:tgtEl>
                                        <p:attrNameLst>
                                          <p:attrName>style.visibility</p:attrName>
                                        </p:attrNameLst>
                                      </p:cBhvr>
                                      <p:to>
                                        <p:strVal val="visible"/>
                                      </p:to>
                                    </p:set>
                                    <p:animEffect transition="in" filter="fade">
                                      <p:cBhvr>
                                        <p:cTn id="12" dur="500"/>
                                        <p:tgtEl>
                                          <p:spTgt spid="10">
                                            <p:txEl>
                                              <p:pRg st="3" end="3"/>
                                            </p:txEl>
                                          </p:spTgt>
                                        </p:tgtEl>
                                      </p:cBhvr>
                                    </p:animEffect>
                                    <p:anim calcmode="lin" valueType="num">
                                      <p:cBhvr>
                                        <p:cTn id="13" dur="500" fill="hold"/>
                                        <p:tgtEl>
                                          <p:spTgt spid="10">
                                            <p:txEl>
                                              <p:pRg st="3" end="3"/>
                                            </p:txEl>
                                          </p:spTgt>
                                        </p:tgtEl>
                                        <p:attrNameLst>
                                          <p:attrName>ppt_x</p:attrName>
                                        </p:attrNameLst>
                                      </p:cBhvr>
                                      <p:tavLst>
                                        <p:tav tm="0">
                                          <p:val>
                                            <p:strVal val="#ppt_x"/>
                                          </p:val>
                                        </p:tav>
                                        <p:tav tm="100000">
                                          <p:val>
                                            <p:strVal val="#ppt_x"/>
                                          </p:val>
                                        </p:tav>
                                      </p:tavLst>
                                    </p:anim>
                                    <p:anim calcmode="lin" valueType="num">
                                      <p:cBhvr>
                                        <p:cTn id="14" dur="500" fill="hold"/>
                                        <p:tgtEl>
                                          <p:spTgt spid="10">
                                            <p:txEl>
                                              <p:pRg st="3" end="3"/>
                                            </p:txEl>
                                          </p:spTgt>
                                        </p:tgtEl>
                                        <p:attrNameLst>
                                          <p:attrName>ppt_y</p:attrName>
                                        </p:attrNameLst>
                                      </p:cBhvr>
                                      <p:tavLst>
                                        <p:tav tm="0">
                                          <p:val>
                                            <p:strVal val="#ppt_y-.1"/>
                                          </p:val>
                                        </p:tav>
                                        <p:tav tm="100000">
                                          <p:val>
                                            <p:strVal val="#ppt_y"/>
                                          </p:val>
                                        </p:tav>
                                      </p:tavLst>
                                    </p:anim>
                                  </p:childTnLst>
                                </p:cTn>
                              </p:par>
                              <p:par>
                                <p:cTn id="15" presetID="47" presetClass="entr" presetSubtype="0" fill="hold" grpId="0" nodeType="withEffect">
                                  <p:stCondLst>
                                    <p:cond delay="0"/>
                                  </p:stCondLst>
                                  <p:childTnLst>
                                    <p:set>
                                      <p:cBhvr>
                                        <p:cTn id="16" dur="1" fill="hold">
                                          <p:stCondLst>
                                            <p:cond delay="0"/>
                                          </p:stCondLst>
                                        </p:cTn>
                                        <p:tgtEl>
                                          <p:spTgt spid="10">
                                            <p:txEl>
                                              <p:pRg st="4" end="4"/>
                                            </p:txEl>
                                          </p:spTgt>
                                        </p:tgtEl>
                                        <p:attrNameLst>
                                          <p:attrName>style.visibility</p:attrName>
                                        </p:attrNameLst>
                                      </p:cBhvr>
                                      <p:to>
                                        <p:strVal val="visible"/>
                                      </p:to>
                                    </p:set>
                                    <p:animEffect transition="in" filter="fade">
                                      <p:cBhvr>
                                        <p:cTn id="17" dur="500"/>
                                        <p:tgtEl>
                                          <p:spTgt spid="10">
                                            <p:txEl>
                                              <p:pRg st="4" end="4"/>
                                            </p:txEl>
                                          </p:spTgt>
                                        </p:tgtEl>
                                      </p:cBhvr>
                                    </p:animEffect>
                                    <p:anim calcmode="lin" valueType="num">
                                      <p:cBhvr>
                                        <p:cTn id="18" dur="500" fill="hold"/>
                                        <p:tgtEl>
                                          <p:spTgt spid="10">
                                            <p:txEl>
                                              <p:pRg st="4" end="4"/>
                                            </p:txEl>
                                          </p:spTgt>
                                        </p:tgtEl>
                                        <p:attrNameLst>
                                          <p:attrName>ppt_x</p:attrName>
                                        </p:attrNameLst>
                                      </p:cBhvr>
                                      <p:tavLst>
                                        <p:tav tm="0">
                                          <p:val>
                                            <p:strVal val="#ppt_x"/>
                                          </p:val>
                                        </p:tav>
                                        <p:tav tm="100000">
                                          <p:val>
                                            <p:strVal val="#ppt_x"/>
                                          </p:val>
                                        </p:tav>
                                      </p:tavLst>
                                    </p:anim>
                                    <p:anim calcmode="lin" valueType="num">
                                      <p:cBhvr>
                                        <p:cTn id="19" dur="500" fill="hold"/>
                                        <p:tgtEl>
                                          <p:spTgt spid="10">
                                            <p:txEl>
                                              <p:pRg st="4" end="4"/>
                                            </p:txEl>
                                          </p:spTgt>
                                        </p:tgtEl>
                                        <p:attrNameLst>
                                          <p:attrName>ppt_y</p:attrName>
                                        </p:attrNameLst>
                                      </p:cBhvr>
                                      <p:tavLst>
                                        <p:tav tm="0">
                                          <p:val>
                                            <p:strVal val="#ppt_y-.1"/>
                                          </p:val>
                                        </p:tav>
                                        <p:tav tm="100000">
                                          <p:val>
                                            <p:strVal val="#ppt_y"/>
                                          </p:val>
                                        </p:tav>
                                      </p:tavLst>
                                    </p:anim>
                                  </p:childTnLst>
                                </p:cTn>
                              </p:par>
                              <p:par>
                                <p:cTn id="20" presetID="47" presetClass="entr" presetSubtype="0" fill="hold" grpId="0" nodeType="withEffect">
                                  <p:stCondLst>
                                    <p:cond delay="0"/>
                                  </p:stCondLst>
                                  <p:childTnLst>
                                    <p:set>
                                      <p:cBhvr>
                                        <p:cTn id="21" dur="1" fill="hold">
                                          <p:stCondLst>
                                            <p:cond delay="0"/>
                                          </p:stCondLst>
                                        </p:cTn>
                                        <p:tgtEl>
                                          <p:spTgt spid="10">
                                            <p:txEl>
                                              <p:pRg st="5" end="5"/>
                                            </p:txEl>
                                          </p:spTgt>
                                        </p:tgtEl>
                                        <p:attrNameLst>
                                          <p:attrName>style.visibility</p:attrName>
                                        </p:attrNameLst>
                                      </p:cBhvr>
                                      <p:to>
                                        <p:strVal val="visible"/>
                                      </p:to>
                                    </p:set>
                                    <p:animEffect transition="in" filter="fade">
                                      <p:cBhvr>
                                        <p:cTn id="22" dur="500"/>
                                        <p:tgtEl>
                                          <p:spTgt spid="10">
                                            <p:txEl>
                                              <p:pRg st="5" end="5"/>
                                            </p:txEl>
                                          </p:spTgt>
                                        </p:tgtEl>
                                      </p:cBhvr>
                                    </p:animEffect>
                                    <p:anim calcmode="lin" valueType="num">
                                      <p:cBhvr>
                                        <p:cTn id="23" dur="500" fill="hold"/>
                                        <p:tgtEl>
                                          <p:spTgt spid="10">
                                            <p:txEl>
                                              <p:pRg st="5" end="5"/>
                                            </p:txEl>
                                          </p:spTgt>
                                        </p:tgtEl>
                                        <p:attrNameLst>
                                          <p:attrName>ppt_x</p:attrName>
                                        </p:attrNameLst>
                                      </p:cBhvr>
                                      <p:tavLst>
                                        <p:tav tm="0">
                                          <p:val>
                                            <p:strVal val="#ppt_x"/>
                                          </p:val>
                                        </p:tav>
                                        <p:tav tm="100000">
                                          <p:val>
                                            <p:strVal val="#ppt_x"/>
                                          </p:val>
                                        </p:tav>
                                      </p:tavLst>
                                    </p:anim>
                                    <p:anim calcmode="lin" valueType="num">
                                      <p:cBhvr>
                                        <p:cTn id="24" dur="500" fill="hold"/>
                                        <p:tgtEl>
                                          <p:spTgt spid="10">
                                            <p:txEl>
                                              <p:pRg st="5" end="5"/>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 grpId="0" uiExpand="1" build="p"/>
    </p:bldLst>
  </p:timing>
</p:sld>
</file>

<file path=ppt/slides/slide2.xml><?xml version="1.0" encoding="utf-8"?>
<p:sld xmlns:a="http://schemas.openxmlformats.org/drawingml/2006/main" xmlns:r="http://schemas.openxmlformats.org/officeDocument/2006/relationships" xmlns:p="http://schemas.openxmlformats.org/presentationml/2006/main">
  <p:cSld>
    <p:bg>
      <p:bgPr>
        <a:solidFill>
          <a:schemeClr val="accent2">
            <a:lumMod val="75000"/>
          </a:schemeClr>
        </a:solidFill>
        <a:effectLst/>
      </p:bgPr>
    </p:bg>
    <p:spTree>
      <p:nvGrpSpPr>
        <p:cNvPr id="1" name=""/>
        <p:cNvGrpSpPr/>
        <p:nvPr/>
      </p:nvGrpSpPr>
      <p:grpSpPr>
        <a:xfrm>
          <a:off x="0" y="0"/>
          <a:ext cx="0" cy="0"/>
          <a:chOff x="0" y="0"/>
          <a:chExt cx="0" cy="0"/>
        </a:xfrm>
      </p:grpSpPr>
      <p:sp>
        <p:nvSpPr>
          <p:cNvPr id="31" name="Title 5">
            <a:extLst>
              <a:ext uri="{FF2B5EF4-FFF2-40B4-BE49-F238E27FC236}">
                <a16:creationId xmlns:a16="http://schemas.microsoft.com/office/drawing/2014/main" id="{93F4776B-C79A-B04E-75DB-5823F1D0BD04}"/>
              </a:ext>
            </a:extLst>
          </p:cNvPr>
          <p:cNvSpPr>
            <a:spLocks noGrp="1"/>
          </p:cNvSpPr>
          <p:nvPr>
            <p:ph type="title"/>
          </p:nvPr>
        </p:nvSpPr>
        <p:spPr>
          <a:xfrm>
            <a:off x="4595150" y="140737"/>
            <a:ext cx="6298369" cy="591941"/>
          </a:xfrm>
        </p:spPr>
        <p:txBody>
          <a:bodyPr/>
          <a:lstStyle/>
          <a:p>
            <a:r>
              <a:rPr lang="en-US" b="1" dirty="0">
                <a:solidFill>
                  <a:schemeClr val="bg1">
                    <a:lumMod val="95000"/>
                  </a:schemeClr>
                </a:solidFill>
              </a:rPr>
              <a:t>Introduction</a:t>
            </a:r>
          </a:p>
        </p:txBody>
      </p:sp>
      <p:sp>
        <p:nvSpPr>
          <p:cNvPr id="32" name="Content Placeholder 2">
            <a:extLst>
              <a:ext uri="{FF2B5EF4-FFF2-40B4-BE49-F238E27FC236}">
                <a16:creationId xmlns:a16="http://schemas.microsoft.com/office/drawing/2014/main" id="{88DE71AF-7BE3-1CAF-D8EB-001AE6B88CA3}"/>
              </a:ext>
            </a:extLst>
          </p:cNvPr>
          <p:cNvSpPr txBox="1">
            <a:spLocks/>
          </p:cNvSpPr>
          <p:nvPr/>
        </p:nvSpPr>
        <p:spPr>
          <a:xfrm>
            <a:off x="4074289" y="865762"/>
            <a:ext cx="8117711" cy="5690681"/>
          </a:xfrm>
          <a:prstGeom prst="rect">
            <a:avLst/>
          </a:prstGeom>
        </p:spPr>
        <p:txBody>
          <a:bodyPr vert="horz" lIns="0" tIns="0" rIns="0" bIns="0" rtlCol="0">
            <a:noAutofit/>
          </a:bodyPr>
          <a:lstStyle>
            <a:lvl1pPr marL="0" indent="0" algn="l" defTabSz="914400" rtl="0" eaLnBrk="1" latinLnBrk="0" hangingPunct="1">
              <a:lnSpc>
                <a:spcPct val="120000"/>
              </a:lnSpc>
              <a:spcBef>
                <a:spcPts val="0"/>
              </a:spcBef>
              <a:spcAft>
                <a:spcPts val="1200"/>
              </a:spcAft>
              <a:buFontTx/>
              <a:buNone/>
              <a:defRPr sz="2400" b="0" i="0" kern="1200">
                <a:solidFill>
                  <a:schemeClr val="tx1"/>
                </a:solidFill>
                <a:latin typeface="+mn-lt"/>
                <a:ea typeface="+mn-ea"/>
                <a:cs typeface="+mn-cs"/>
              </a:defRPr>
            </a:lvl1pPr>
            <a:lvl2pPr marL="457200" indent="0" algn="l" defTabSz="914400" rtl="0" eaLnBrk="1" latinLnBrk="0" hangingPunct="1">
              <a:lnSpc>
                <a:spcPct val="150000"/>
              </a:lnSpc>
              <a:spcBef>
                <a:spcPts val="500"/>
              </a:spcBef>
              <a:buFontTx/>
              <a:buNone/>
              <a:defRPr sz="2000" b="0" i="0" kern="1200">
                <a:solidFill>
                  <a:schemeClr val="tx1">
                    <a:tint val="75000"/>
                  </a:schemeClr>
                </a:solidFill>
                <a:latin typeface="Avenir Next LT Pro" panose="020B0504020202020204" pitchFamily="34" charset="77"/>
                <a:ea typeface="+mn-ea"/>
                <a:cs typeface="+mn-cs"/>
              </a:defRPr>
            </a:lvl2pPr>
            <a:lvl3pPr marL="914400" indent="0" algn="l" defTabSz="914400" rtl="0" eaLnBrk="1" latinLnBrk="0" hangingPunct="1">
              <a:lnSpc>
                <a:spcPct val="150000"/>
              </a:lnSpc>
              <a:spcBef>
                <a:spcPts val="500"/>
              </a:spcBef>
              <a:buFontTx/>
              <a:buNone/>
              <a:defRPr sz="1800" b="0" i="0" kern="1200">
                <a:solidFill>
                  <a:schemeClr val="tx1">
                    <a:tint val="75000"/>
                  </a:schemeClr>
                </a:solidFill>
                <a:latin typeface="Avenir Next LT Pro" panose="020B0504020202020204" pitchFamily="34" charset="77"/>
                <a:ea typeface="+mn-ea"/>
                <a:cs typeface="+mn-cs"/>
              </a:defRPr>
            </a:lvl3pPr>
            <a:lvl4pPr marL="1371600" indent="0" algn="l" defTabSz="914400" rtl="0" eaLnBrk="1" latinLnBrk="0" hangingPunct="1">
              <a:lnSpc>
                <a:spcPct val="150000"/>
              </a:lnSpc>
              <a:spcBef>
                <a:spcPts val="500"/>
              </a:spcBef>
              <a:buFontTx/>
              <a:buNone/>
              <a:defRPr sz="1600" b="0" i="0" kern="1200">
                <a:solidFill>
                  <a:schemeClr val="tx1">
                    <a:tint val="75000"/>
                  </a:schemeClr>
                </a:solidFill>
                <a:latin typeface="Avenir Next LT Pro" panose="020B0504020202020204" pitchFamily="34" charset="77"/>
                <a:ea typeface="+mn-ea"/>
                <a:cs typeface="+mn-cs"/>
              </a:defRPr>
            </a:lvl4pPr>
            <a:lvl5pPr marL="1828800" indent="0" algn="l" defTabSz="914400" rtl="0" eaLnBrk="1" latinLnBrk="0" hangingPunct="1">
              <a:lnSpc>
                <a:spcPct val="150000"/>
              </a:lnSpc>
              <a:spcBef>
                <a:spcPts val="500"/>
              </a:spcBef>
              <a:buFontTx/>
              <a:buNone/>
              <a:defRPr sz="1600" b="0" i="0" kern="1200">
                <a:solidFill>
                  <a:schemeClr val="tx1">
                    <a:tint val="75000"/>
                  </a:schemeClr>
                </a:solidFill>
                <a:latin typeface="Avenir Next LT Pro" panose="020B0504020202020204" pitchFamily="34" charset="77"/>
                <a:ea typeface="+mn-ea"/>
                <a:cs typeface="+mn-cs"/>
              </a:defRPr>
            </a:lvl5pPr>
            <a:lvl6pPr marL="2286000" indent="0" algn="l" defTabSz="914400" rtl="0" eaLnBrk="1" latinLnBrk="0" hangingPunct="1">
              <a:lnSpc>
                <a:spcPct val="90000"/>
              </a:lnSpc>
              <a:spcBef>
                <a:spcPts val="500"/>
              </a:spcBef>
              <a:buFont typeface="Arial" panose="020B0604020202020204" pitchFamily="34" charset="0"/>
              <a:buNone/>
              <a:defRPr sz="1600" kern="1200">
                <a:solidFill>
                  <a:schemeClr val="tx1">
                    <a:tint val="75000"/>
                  </a:schemeClr>
                </a:solidFill>
                <a:latin typeface="+mn-lt"/>
                <a:ea typeface="+mn-ea"/>
                <a:cs typeface="+mn-cs"/>
              </a:defRPr>
            </a:lvl6pPr>
            <a:lvl7pPr marL="2743200" indent="0" algn="l" defTabSz="914400" rtl="0" eaLnBrk="1" latinLnBrk="0" hangingPunct="1">
              <a:lnSpc>
                <a:spcPct val="90000"/>
              </a:lnSpc>
              <a:spcBef>
                <a:spcPts val="500"/>
              </a:spcBef>
              <a:buFont typeface="Arial" panose="020B0604020202020204" pitchFamily="34" charset="0"/>
              <a:buNone/>
              <a:defRPr sz="1600" kern="1200">
                <a:solidFill>
                  <a:schemeClr val="tx1">
                    <a:tint val="75000"/>
                  </a:schemeClr>
                </a:solidFill>
                <a:latin typeface="+mn-lt"/>
                <a:ea typeface="+mn-ea"/>
                <a:cs typeface="+mn-cs"/>
              </a:defRPr>
            </a:lvl7pPr>
            <a:lvl8pPr marL="3200400" indent="0" algn="l" defTabSz="914400" rtl="0" eaLnBrk="1" latinLnBrk="0" hangingPunct="1">
              <a:lnSpc>
                <a:spcPct val="90000"/>
              </a:lnSpc>
              <a:spcBef>
                <a:spcPts val="500"/>
              </a:spcBef>
              <a:buFont typeface="Arial" panose="020B0604020202020204" pitchFamily="34" charset="0"/>
              <a:buNone/>
              <a:defRPr sz="1600" kern="1200">
                <a:solidFill>
                  <a:schemeClr val="tx1">
                    <a:tint val="75000"/>
                  </a:schemeClr>
                </a:solidFill>
                <a:latin typeface="+mn-lt"/>
                <a:ea typeface="+mn-ea"/>
                <a:cs typeface="+mn-cs"/>
              </a:defRPr>
            </a:lvl8pPr>
            <a:lvl9pPr marL="3657600" indent="0" algn="l" defTabSz="914400" rtl="0" eaLnBrk="1" latinLnBrk="0" hangingPunct="1">
              <a:lnSpc>
                <a:spcPct val="90000"/>
              </a:lnSpc>
              <a:spcBef>
                <a:spcPts val="500"/>
              </a:spcBef>
              <a:buFont typeface="Arial" panose="020B0604020202020204" pitchFamily="34" charset="0"/>
              <a:buNone/>
              <a:defRPr sz="1600" kern="1200">
                <a:solidFill>
                  <a:schemeClr val="tx1">
                    <a:tint val="75000"/>
                  </a:schemeClr>
                </a:solidFill>
                <a:latin typeface="+mn-lt"/>
                <a:ea typeface="+mn-ea"/>
                <a:cs typeface="+mn-cs"/>
              </a:defRPr>
            </a:lvl9pPr>
          </a:lstStyle>
          <a:p>
            <a:r>
              <a:rPr lang="en-US" b="1" dirty="0">
                <a:solidFill>
                  <a:schemeClr val="bg1">
                    <a:lumMod val="95000"/>
                  </a:schemeClr>
                </a:solidFill>
                <a:latin typeface="Aptos Display" panose="020B0004020202020204" pitchFamily="34" charset="0"/>
              </a:rPr>
              <a:t>South Sudanese cuisine is a vibrant and integral part of the nation's cultural identity, featuring unique dishes like </a:t>
            </a:r>
            <a:r>
              <a:rPr lang="en-US" b="1" dirty="0" err="1">
                <a:solidFill>
                  <a:schemeClr val="bg1">
                    <a:lumMod val="95000"/>
                  </a:schemeClr>
                </a:solidFill>
                <a:latin typeface="Aptos Display" panose="020B0004020202020204" pitchFamily="34" charset="0"/>
              </a:rPr>
              <a:t>Kisra</a:t>
            </a:r>
            <a:r>
              <a:rPr lang="en-US" b="1" dirty="0">
                <a:solidFill>
                  <a:schemeClr val="bg1">
                    <a:lumMod val="95000"/>
                  </a:schemeClr>
                </a:solidFill>
                <a:latin typeface="Aptos Display" panose="020B0004020202020204" pitchFamily="34" charset="0"/>
              </a:rPr>
              <a:t> (sorghum pancake), Ful Sudani (fava beans), </a:t>
            </a:r>
            <a:r>
              <a:rPr lang="en-US" b="1" dirty="0" err="1">
                <a:solidFill>
                  <a:schemeClr val="bg1">
                    <a:lumMod val="95000"/>
                  </a:schemeClr>
                </a:solidFill>
                <a:latin typeface="Aptos Display" panose="020B0004020202020204" pitchFamily="34" charset="0"/>
              </a:rPr>
              <a:t>Agashe</a:t>
            </a:r>
            <a:r>
              <a:rPr lang="en-US" b="1" dirty="0">
                <a:solidFill>
                  <a:schemeClr val="bg1">
                    <a:lumMod val="95000"/>
                  </a:schemeClr>
                </a:solidFill>
                <a:latin typeface="Aptos Display" panose="020B0004020202020204" pitchFamily="34" charset="0"/>
              </a:rPr>
              <a:t> (grilled meat skewers), and </a:t>
            </a:r>
            <a:r>
              <a:rPr lang="en-US" b="1" dirty="0" err="1">
                <a:solidFill>
                  <a:schemeClr val="bg1">
                    <a:lumMod val="95000"/>
                  </a:schemeClr>
                </a:solidFill>
                <a:latin typeface="Aptos Display" panose="020B0004020202020204" pitchFamily="34" charset="0"/>
              </a:rPr>
              <a:t>Moukh-baza</a:t>
            </a:r>
            <a:r>
              <a:rPr lang="en-US" b="1" dirty="0">
                <a:solidFill>
                  <a:schemeClr val="bg1">
                    <a:lumMod val="95000"/>
                  </a:schemeClr>
                </a:solidFill>
                <a:latin typeface="Aptos Display" panose="020B0004020202020204" pitchFamily="34" charset="0"/>
              </a:rPr>
              <a:t> (a rich peanut and meat stew). However, unlike many global cuisines, South Sudanese food remains largely undocumented and inaccessible in the digital space. Recipes are typically passed down orally through generations, making them difficult to preserve and share with a wider audience, including the South Sudanese diaspora and international food enthusiasts.</a:t>
            </a:r>
          </a:p>
          <a:p>
            <a:endParaRPr lang="en-US" b="1" dirty="0">
              <a:solidFill>
                <a:schemeClr val="bg1">
                  <a:lumMod val="95000"/>
                </a:schemeClr>
              </a:solidFill>
              <a:latin typeface="Aptos Display" panose="020B0004020202020204" pitchFamily="34" charset="0"/>
            </a:endParaRPr>
          </a:p>
        </p:txBody>
      </p:sp>
      <p:pic>
        <p:nvPicPr>
          <p:cNvPr id="4098" name="Picture 2" descr="No photo description available.">
            <a:extLst>
              <a:ext uri="{FF2B5EF4-FFF2-40B4-BE49-F238E27FC236}">
                <a16:creationId xmlns:a16="http://schemas.microsoft.com/office/drawing/2014/main" id="{2B622E6F-0FD9-5C3A-5410-7B49F3E0EDBA}"/>
              </a:ext>
            </a:extLst>
          </p:cNvPr>
          <p:cNvPicPr>
            <a:picLocks noChangeAspect="1" noChangeArrowheads="1"/>
          </p:cNvPicPr>
          <p:nvPr/>
        </p:nvPicPr>
        <p:blipFill>
          <a:blip r:embed="rId2">
            <a:extLst>
              <a:ext uri="{28A0092B-C50C-407E-A947-70E740481C1C}">
                <a14:useLocalDpi xmlns:a14="http://schemas.microsoft.com/office/drawing/2010/main" val="0"/>
              </a:ext>
            </a:extLst>
          </a:blip>
          <a:srcRect l="14299" r="14299"/>
          <a:stretch>
            <a:fillRect/>
          </a:stretch>
        </p:blipFill>
        <p:spPr bwMode="auto">
          <a:xfrm>
            <a:off x="0" y="0"/>
            <a:ext cx="3971109" cy="68580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550377721"/>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grpId="0" nodeType="withEffect">
                                  <p:stCondLst>
                                    <p:cond delay="0"/>
                                  </p:stCondLst>
                                  <p:childTnLst>
                                    <p:set>
                                      <p:cBhvr>
                                        <p:cTn id="6" dur="1" fill="hold">
                                          <p:stCondLst>
                                            <p:cond delay="0"/>
                                          </p:stCondLst>
                                        </p:cTn>
                                        <p:tgtEl>
                                          <p:spTgt spid="32"/>
                                        </p:tgtEl>
                                        <p:attrNameLst>
                                          <p:attrName>style.visibility</p:attrName>
                                        </p:attrNameLst>
                                      </p:cBhvr>
                                      <p:to>
                                        <p:strVal val="visible"/>
                                      </p:to>
                                    </p:set>
                                    <p:animEffect transition="in" filter="fade">
                                      <p:cBhvr>
                                        <p:cTn id="7" dur="1000"/>
                                        <p:tgtEl>
                                          <p:spTgt spid="32"/>
                                        </p:tgtEl>
                                      </p:cBhvr>
                                    </p:animEffect>
                                    <p:anim calcmode="lin" valueType="num">
                                      <p:cBhvr>
                                        <p:cTn id="8" dur="1000" fill="hold"/>
                                        <p:tgtEl>
                                          <p:spTgt spid="32"/>
                                        </p:tgtEl>
                                        <p:attrNameLst>
                                          <p:attrName>ppt_x</p:attrName>
                                        </p:attrNameLst>
                                      </p:cBhvr>
                                      <p:tavLst>
                                        <p:tav tm="0">
                                          <p:val>
                                            <p:strVal val="#ppt_x"/>
                                          </p:val>
                                        </p:tav>
                                        <p:tav tm="100000">
                                          <p:val>
                                            <p:strVal val="#ppt_x"/>
                                          </p:val>
                                        </p:tav>
                                      </p:tavLst>
                                    </p:anim>
                                    <p:anim calcmode="lin" valueType="num">
                                      <p:cBhvr>
                                        <p:cTn id="9" dur="1000" fill="hold"/>
                                        <p:tgtEl>
                                          <p:spTgt spid="32"/>
                                        </p:tgtEl>
                                        <p:attrNameLst>
                                          <p:attrName>ppt_y</p:attrName>
                                        </p:attrNameLst>
                                      </p:cBhvr>
                                      <p:tavLst>
                                        <p:tav tm="0">
                                          <p:val>
                                            <p:strVal val="#ppt_y+.1"/>
                                          </p:val>
                                        </p:tav>
                                        <p:tav tm="100000">
                                          <p:val>
                                            <p:strVal val="#ppt_y"/>
                                          </p:val>
                                        </p:tav>
                                      </p:tavLst>
                                    </p:anim>
                                  </p:childTnLst>
                                </p:cTn>
                              </p:par>
                              <p:par>
                                <p:cTn id="10" presetID="2" presetClass="entr" presetSubtype="8" fill="hold" grpId="0" nodeType="withEffect">
                                  <p:stCondLst>
                                    <p:cond delay="0"/>
                                  </p:stCondLst>
                                  <p:childTnLst>
                                    <p:set>
                                      <p:cBhvr>
                                        <p:cTn id="11" dur="1" fill="hold">
                                          <p:stCondLst>
                                            <p:cond delay="0"/>
                                          </p:stCondLst>
                                        </p:cTn>
                                        <p:tgtEl>
                                          <p:spTgt spid="31"/>
                                        </p:tgtEl>
                                        <p:attrNameLst>
                                          <p:attrName>style.visibility</p:attrName>
                                        </p:attrNameLst>
                                      </p:cBhvr>
                                      <p:to>
                                        <p:strVal val="visible"/>
                                      </p:to>
                                    </p:set>
                                    <p:anim calcmode="lin" valueType="num">
                                      <p:cBhvr additive="base">
                                        <p:cTn id="12" dur="1000" fill="hold"/>
                                        <p:tgtEl>
                                          <p:spTgt spid="31"/>
                                        </p:tgtEl>
                                        <p:attrNameLst>
                                          <p:attrName>ppt_x</p:attrName>
                                        </p:attrNameLst>
                                      </p:cBhvr>
                                      <p:tavLst>
                                        <p:tav tm="0">
                                          <p:val>
                                            <p:strVal val="0-#ppt_w/2"/>
                                          </p:val>
                                        </p:tav>
                                        <p:tav tm="100000">
                                          <p:val>
                                            <p:strVal val="#ppt_x"/>
                                          </p:val>
                                        </p:tav>
                                      </p:tavLst>
                                    </p:anim>
                                    <p:anim calcmode="lin" valueType="num">
                                      <p:cBhvr additive="base">
                                        <p:cTn id="13" dur="1000" fill="hold"/>
                                        <p:tgtEl>
                                          <p:spTgt spid="31"/>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1" grpId="0"/>
      <p:bldP spid="32" grpId="0"/>
    </p:bldLst>
  </p:timing>
</p:sld>
</file>

<file path=ppt/slides/slide3.xml><?xml version="1.0" encoding="utf-8"?>
<p:sld xmlns:a="http://schemas.openxmlformats.org/drawingml/2006/main" xmlns:r="http://schemas.openxmlformats.org/officeDocument/2006/relationships" xmlns:p="http://schemas.openxmlformats.org/presentationml/2006/main">
  <p:cSld>
    <p:bg>
      <p:bgPr>
        <a:solidFill>
          <a:schemeClr val="accent2">
            <a:lumMod val="75000"/>
          </a:schemeClr>
        </a:solidFill>
        <a:effectLst/>
      </p:bgPr>
    </p:bg>
    <p:spTree>
      <p:nvGrpSpPr>
        <p:cNvPr id="1" name=""/>
        <p:cNvGrpSpPr/>
        <p:nvPr/>
      </p:nvGrpSpPr>
      <p:grpSpPr>
        <a:xfrm>
          <a:off x="0" y="0"/>
          <a:ext cx="0" cy="0"/>
          <a:chOff x="0" y="0"/>
          <a:chExt cx="0" cy="0"/>
        </a:xfrm>
      </p:grpSpPr>
      <p:pic>
        <p:nvPicPr>
          <p:cNvPr id="3074" name="Picture 2" descr="South Sudanese Food: 10 Traditional Dishes of South Sudan | Travel Food  Atlas">
            <a:extLst>
              <a:ext uri="{FF2B5EF4-FFF2-40B4-BE49-F238E27FC236}">
                <a16:creationId xmlns:a16="http://schemas.microsoft.com/office/drawing/2014/main" id="{7345635B-14A6-572F-3283-2D54B6D7F877}"/>
              </a:ext>
            </a:extLst>
          </p:cNvPr>
          <p:cNvPicPr>
            <a:picLocks noGrp="1" noChangeAspect="1" noChangeArrowheads="1"/>
          </p:cNvPicPr>
          <p:nvPr>
            <p:ph type="pic" sz="quarter" idx="17"/>
          </p:nvPr>
        </p:nvPicPr>
        <p:blipFill>
          <a:blip r:embed="rId2">
            <a:extLst>
              <a:ext uri="{28A0092B-C50C-407E-A947-70E740481C1C}">
                <a14:useLocalDpi xmlns:a14="http://schemas.microsoft.com/office/drawing/2010/main" val="0"/>
              </a:ext>
            </a:extLst>
          </a:blip>
          <a:srcRect l="28299" r="28299"/>
          <a:stretch>
            <a:fillRect/>
          </a:stretch>
        </p:blipFill>
        <p:spPr bwMode="auto">
          <a:prstGeom prst="rect">
            <a:avLst/>
          </a:prstGeom>
          <a:noFill/>
          <a:extLst>
            <a:ext uri="{909E8E84-426E-40DD-AFC4-6F175D3DCCD1}">
              <a14:hiddenFill xmlns:a14="http://schemas.microsoft.com/office/drawing/2010/main">
                <a:solidFill>
                  <a:srgbClr val="FFFFFF"/>
                </a:solidFill>
              </a14:hiddenFill>
            </a:ext>
          </a:extLst>
        </p:spPr>
      </p:pic>
      <p:sp>
        <p:nvSpPr>
          <p:cNvPr id="31" name="Title 1">
            <a:extLst>
              <a:ext uri="{FF2B5EF4-FFF2-40B4-BE49-F238E27FC236}">
                <a16:creationId xmlns:a16="http://schemas.microsoft.com/office/drawing/2014/main" id="{1FC22D4B-3AD0-0327-7B7C-00EB7C8EAE8F}"/>
              </a:ext>
            </a:extLst>
          </p:cNvPr>
          <p:cNvSpPr>
            <a:spLocks noGrp="1"/>
          </p:cNvSpPr>
          <p:nvPr>
            <p:ph type="title"/>
          </p:nvPr>
        </p:nvSpPr>
        <p:spPr>
          <a:xfrm>
            <a:off x="4391629" y="330402"/>
            <a:ext cx="6535366" cy="921952"/>
          </a:xfrm>
        </p:spPr>
        <p:txBody>
          <a:bodyPr/>
          <a:lstStyle/>
          <a:p>
            <a:r>
              <a:rPr lang="en-US" dirty="0">
                <a:solidFill>
                  <a:schemeClr val="bg1">
                    <a:lumMod val="95000"/>
                  </a:schemeClr>
                </a:solidFill>
              </a:rPr>
              <a:t>PROBLEM</a:t>
            </a:r>
            <a:r>
              <a:rPr lang="en-US" dirty="0"/>
              <a:t> </a:t>
            </a:r>
            <a:r>
              <a:rPr lang="en-US" dirty="0">
                <a:solidFill>
                  <a:schemeClr val="bg1">
                    <a:lumMod val="95000"/>
                  </a:schemeClr>
                </a:solidFill>
              </a:rPr>
              <a:t>STATEMENT</a:t>
            </a:r>
          </a:p>
        </p:txBody>
      </p:sp>
      <p:sp>
        <p:nvSpPr>
          <p:cNvPr id="32" name="Content Placeholder 2">
            <a:extLst>
              <a:ext uri="{FF2B5EF4-FFF2-40B4-BE49-F238E27FC236}">
                <a16:creationId xmlns:a16="http://schemas.microsoft.com/office/drawing/2014/main" id="{D3EFEE2C-C8D4-8EBB-573B-1ECF9ED23C93}"/>
              </a:ext>
            </a:extLst>
          </p:cNvPr>
          <p:cNvSpPr txBox="1">
            <a:spLocks/>
          </p:cNvSpPr>
          <p:nvPr/>
        </p:nvSpPr>
        <p:spPr>
          <a:xfrm>
            <a:off x="4391629" y="1996983"/>
            <a:ext cx="7021009" cy="3130602"/>
          </a:xfrm>
          <a:prstGeom prst="rect">
            <a:avLst/>
          </a:prstGeom>
        </p:spPr>
        <p:txBody>
          <a:bodyPr vert="horz" lIns="0" tIns="0" rIns="0" bIns="0" rtlCol="0">
            <a:noAutofit/>
          </a:bodyPr>
          <a:lstStyle>
            <a:lvl1pPr marL="0" indent="0" algn="l" defTabSz="914400" rtl="0" eaLnBrk="1" latinLnBrk="0" hangingPunct="1">
              <a:lnSpc>
                <a:spcPct val="120000"/>
              </a:lnSpc>
              <a:spcBef>
                <a:spcPts val="0"/>
              </a:spcBef>
              <a:spcAft>
                <a:spcPts val="1200"/>
              </a:spcAft>
              <a:buFontTx/>
              <a:buNone/>
              <a:defRPr sz="1800" b="0" i="0" kern="1200">
                <a:solidFill>
                  <a:schemeClr val="tx1"/>
                </a:solidFill>
                <a:latin typeface="+mn-lt"/>
                <a:ea typeface="+mn-ea"/>
                <a:cs typeface="+mn-cs"/>
              </a:defRPr>
            </a:lvl1pPr>
            <a:lvl2pPr marL="457200" indent="0" algn="l" defTabSz="914400" rtl="0" eaLnBrk="1" latinLnBrk="0" hangingPunct="1">
              <a:lnSpc>
                <a:spcPct val="150000"/>
              </a:lnSpc>
              <a:spcBef>
                <a:spcPts val="500"/>
              </a:spcBef>
              <a:buFontTx/>
              <a:buNone/>
              <a:defRPr sz="2000" b="0" i="0" kern="1200">
                <a:solidFill>
                  <a:schemeClr val="tx1">
                    <a:tint val="75000"/>
                  </a:schemeClr>
                </a:solidFill>
                <a:latin typeface="Avenir Next LT Pro" panose="020B0504020202020204" pitchFamily="34" charset="77"/>
                <a:ea typeface="+mn-ea"/>
                <a:cs typeface="+mn-cs"/>
              </a:defRPr>
            </a:lvl2pPr>
            <a:lvl3pPr marL="914400" indent="0" algn="l" defTabSz="914400" rtl="0" eaLnBrk="1" latinLnBrk="0" hangingPunct="1">
              <a:lnSpc>
                <a:spcPct val="150000"/>
              </a:lnSpc>
              <a:spcBef>
                <a:spcPts val="500"/>
              </a:spcBef>
              <a:buFontTx/>
              <a:buNone/>
              <a:defRPr sz="1800" b="0" i="0" kern="1200">
                <a:solidFill>
                  <a:schemeClr val="tx1">
                    <a:tint val="75000"/>
                  </a:schemeClr>
                </a:solidFill>
                <a:latin typeface="Avenir Next LT Pro" panose="020B0504020202020204" pitchFamily="34" charset="77"/>
                <a:ea typeface="+mn-ea"/>
                <a:cs typeface="+mn-cs"/>
              </a:defRPr>
            </a:lvl3pPr>
            <a:lvl4pPr marL="1371600" indent="0" algn="l" defTabSz="914400" rtl="0" eaLnBrk="1" latinLnBrk="0" hangingPunct="1">
              <a:lnSpc>
                <a:spcPct val="150000"/>
              </a:lnSpc>
              <a:spcBef>
                <a:spcPts val="500"/>
              </a:spcBef>
              <a:buFontTx/>
              <a:buNone/>
              <a:defRPr sz="1600" b="0" i="0" kern="1200">
                <a:solidFill>
                  <a:schemeClr val="tx1">
                    <a:tint val="75000"/>
                  </a:schemeClr>
                </a:solidFill>
                <a:latin typeface="Avenir Next LT Pro" panose="020B0504020202020204" pitchFamily="34" charset="77"/>
                <a:ea typeface="+mn-ea"/>
                <a:cs typeface="+mn-cs"/>
              </a:defRPr>
            </a:lvl4pPr>
            <a:lvl5pPr marL="1828800" indent="0" algn="l" defTabSz="914400" rtl="0" eaLnBrk="1" latinLnBrk="0" hangingPunct="1">
              <a:lnSpc>
                <a:spcPct val="150000"/>
              </a:lnSpc>
              <a:spcBef>
                <a:spcPts val="500"/>
              </a:spcBef>
              <a:buFontTx/>
              <a:buNone/>
              <a:defRPr sz="1600" b="0" i="0" kern="1200">
                <a:solidFill>
                  <a:schemeClr val="tx1">
                    <a:tint val="75000"/>
                  </a:schemeClr>
                </a:solidFill>
                <a:latin typeface="Avenir Next LT Pro" panose="020B0504020202020204" pitchFamily="34" charset="77"/>
                <a:ea typeface="+mn-ea"/>
                <a:cs typeface="+mn-cs"/>
              </a:defRPr>
            </a:lvl5pPr>
            <a:lvl6pPr marL="2286000" indent="0" algn="l" defTabSz="914400" rtl="0" eaLnBrk="1" latinLnBrk="0" hangingPunct="1">
              <a:lnSpc>
                <a:spcPct val="90000"/>
              </a:lnSpc>
              <a:spcBef>
                <a:spcPts val="500"/>
              </a:spcBef>
              <a:buFont typeface="Arial" panose="020B0604020202020204" pitchFamily="34" charset="0"/>
              <a:buNone/>
              <a:defRPr sz="1600" kern="1200">
                <a:solidFill>
                  <a:schemeClr val="tx1">
                    <a:tint val="75000"/>
                  </a:schemeClr>
                </a:solidFill>
                <a:latin typeface="+mn-lt"/>
                <a:ea typeface="+mn-ea"/>
                <a:cs typeface="+mn-cs"/>
              </a:defRPr>
            </a:lvl6pPr>
            <a:lvl7pPr marL="2743200" indent="0" algn="l" defTabSz="914400" rtl="0" eaLnBrk="1" latinLnBrk="0" hangingPunct="1">
              <a:lnSpc>
                <a:spcPct val="90000"/>
              </a:lnSpc>
              <a:spcBef>
                <a:spcPts val="500"/>
              </a:spcBef>
              <a:buFont typeface="Arial" panose="020B0604020202020204" pitchFamily="34" charset="0"/>
              <a:buNone/>
              <a:defRPr sz="1600" kern="1200">
                <a:solidFill>
                  <a:schemeClr val="tx1">
                    <a:tint val="75000"/>
                  </a:schemeClr>
                </a:solidFill>
                <a:latin typeface="+mn-lt"/>
                <a:ea typeface="+mn-ea"/>
                <a:cs typeface="+mn-cs"/>
              </a:defRPr>
            </a:lvl7pPr>
            <a:lvl8pPr marL="3200400" indent="0" algn="l" defTabSz="914400" rtl="0" eaLnBrk="1" latinLnBrk="0" hangingPunct="1">
              <a:lnSpc>
                <a:spcPct val="90000"/>
              </a:lnSpc>
              <a:spcBef>
                <a:spcPts val="500"/>
              </a:spcBef>
              <a:buFont typeface="Arial" panose="020B0604020202020204" pitchFamily="34" charset="0"/>
              <a:buNone/>
              <a:defRPr sz="1600" kern="1200">
                <a:solidFill>
                  <a:schemeClr val="tx1">
                    <a:tint val="75000"/>
                  </a:schemeClr>
                </a:solidFill>
                <a:latin typeface="+mn-lt"/>
                <a:ea typeface="+mn-ea"/>
                <a:cs typeface="+mn-cs"/>
              </a:defRPr>
            </a:lvl8pPr>
            <a:lvl9pPr marL="3657600" indent="0" algn="l" defTabSz="914400" rtl="0" eaLnBrk="1" latinLnBrk="0" hangingPunct="1">
              <a:lnSpc>
                <a:spcPct val="90000"/>
              </a:lnSpc>
              <a:spcBef>
                <a:spcPts val="500"/>
              </a:spcBef>
              <a:buFont typeface="Arial" panose="020B0604020202020204" pitchFamily="34" charset="0"/>
              <a:buNone/>
              <a:defRPr sz="1600" kern="1200">
                <a:solidFill>
                  <a:schemeClr val="tx1">
                    <a:tint val="75000"/>
                  </a:schemeClr>
                </a:solidFill>
                <a:latin typeface="+mn-lt"/>
                <a:ea typeface="+mn-ea"/>
                <a:cs typeface="+mn-cs"/>
              </a:defRPr>
            </a:lvl9pPr>
          </a:lstStyle>
          <a:p>
            <a:r>
              <a:rPr lang="en-US" sz="2400" b="1" dirty="0">
                <a:solidFill>
                  <a:schemeClr val="bg1">
                    <a:lumMod val="95000"/>
                  </a:schemeClr>
                </a:solidFill>
              </a:rPr>
              <a:t>Despite the rich and diverse culinary traditions of South Sudan, several key problems exist like a lack of Digital Preservation, Inaccessibility for the Diaspora and Global Audience, fragmented and Unreliable Information, and a cultural Disconnect.</a:t>
            </a:r>
          </a:p>
          <a:p>
            <a:endParaRPr lang="en-US" sz="2400" b="1" dirty="0">
              <a:solidFill>
                <a:schemeClr val="bg1">
                  <a:lumMod val="95000"/>
                </a:schemeClr>
              </a:solidFill>
            </a:endParaRPr>
          </a:p>
        </p:txBody>
      </p:sp>
    </p:spTree>
    <p:extLst>
      <p:ext uri="{BB962C8B-B14F-4D97-AF65-F5344CB8AC3E}">
        <p14:creationId xmlns:p14="http://schemas.microsoft.com/office/powerpoint/2010/main" val="659870594"/>
      </p:ext>
    </p:extLst>
  </p:cSld>
  <p:clrMapOvr>
    <a:masterClrMapping/>
  </p:clrMapOvr>
  <p:transition spd="slow">
    <p:push dir="u"/>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grpId="0" nodeType="withEffect">
                                  <p:stCondLst>
                                    <p:cond delay="0"/>
                                  </p:stCondLst>
                                  <p:childTnLst>
                                    <p:set>
                                      <p:cBhvr>
                                        <p:cTn id="6" dur="1" fill="hold">
                                          <p:stCondLst>
                                            <p:cond delay="0"/>
                                          </p:stCondLst>
                                        </p:cTn>
                                        <p:tgtEl>
                                          <p:spTgt spid="31"/>
                                        </p:tgtEl>
                                        <p:attrNameLst>
                                          <p:attrName>style.visibility</p:attrName>
                                        </p:attrNameLst>
                                      </p:cBhvr>
                                      <p:to>
                                        <p:strVal val="visible"/>
                                      </p:to>
                                    </p:set>
                                    <p:animEffect transition="in" filter="fade">
                                      <p:cBhvr>
                                        <p:cTn id="7" dur="1000"/>
                                        <p:tgtEl>
                                          <p:spTgt spid="31"/>
                                        </p:tgtEl>
                                      </p:cBhvr>
                                    </p:animEffect>
                                    <p:anim calcmode="lin" valueType="num">
                                      <p:cBhvr>
                                        <p:cTn id="8" dur="1000" fill="hold"/>
                                        <p:tgtEl>
                                          <p:spTgt spid="31"/>
                                        </p:tgtEl>
                                        <p:attrNameLst>
                                          <p:attrName>ppt_x</p:attrName>
                                        </p:attrNameLst>
                                      </p:cBhvr>
                                      <p:tavLst>
                                        <p:tav tm="0">
                                          <p:val>
                                            <p:strVal val="#ppt_x"/>
                                          </p:val>
                                        </p:tav>
                                        <p:tav tm="100000">
                                          <p:val>
                                            <p:strVal val="#ppt_x"/>
                                          </p:val>
                                        </p:tav>
                                      </p:tavLst>
                                    </p:anim>
                                    <p:anim calcmode="lin" valueType="num">
                                      <p:cBhvr>
                                        <p:cTn id="9" dur="1000" fill="hold"/>
                                        <p:tgtEl>
                                          <p:spTgt spid="31"/>
                                        </p:tgtEl>
                                        <p:attrNameLst>
                                          <p:attrName>ppt_y</p:attrName>
                                        </p:attrNameLst>
                                      </p:cBhvr>
                                      <p:tavLst>
                                        <p:tav tm="0">
                                          <p:val>
                                            <p:strVal val="#ppt_y+.1"/>
                                          </p:val>
                                        </p:tav>
                                        <p:tav tm="100000">
                                          <p:val>
                                            <p:strVal val="#ppt_y"/>
                                          </p:val>
                                        </p:tav>
                                      </p:tavLst>
                                    </p:anim>
                                  </p:childTnLst>
                                </p:cTn>
                              </p:par>
                              <p:par>
                                <p:cTn id="10" presetID="1" presetClass="entr" presetSubtype="0" fill="hold" grpId="0" nodeType="withEffect">
                                  <p:stCondLst>
                                    <p:cond delay="0"/>
                                  </p:stCondLst>
                                  <p:childTnLst>
                                    <p:set>
                                      <p:cBhvr>
                                        <p:cTn id="11" dur="1" fill="hold">
                                          <p:stCondLst>
                                            <p:cond delay="749"/>
                                          </p:stCondLst>
                                        </p:cTn>
                                        <p:tgtEl>
                                          <p:spTgt spid="3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1" grpId="0"/>
      <p:bldP spid="32" grpId="0"/>
    </p:bldLst>
  </p:timing>
</p:sld>
</file>

<file path=ppt/slides/slide4.xml><?xml version="1.0" encoding="utf-8"?>
<p:sld xmlns:a="http://schemas.openxmlformats.org/drawingml/2006/main" xmlns:r="http://schemas.openxmlformats.org/officeDocument/2006/relationships" xmlns:p="http://schemas.openxmlformats.org/presentationml/2006/main">
  <p:cSld>
    <p:bg>
      <p:bgPr>
        <a:solidFill>
          <a:schemeClr val="accent2">
            <a:lumMod val="75000"/>
          </a:schemeClr>
        </a:solidFill>
        <a:effectLst/>
      </p:bgPr>
    </p:bg>
    <p:spTree>
      <p:nvGrpSpPr>
        <p:cNvPr id="1" name=""/>
        <p:cNvGrpSpPr/>
        <p:nvPr/>
      </p:nvGrpSpPr>
      <p:grpSpPr>
        <a:xfrm>
          <a:off x="0" y="0"/>
          <a:ext cx="0" cy="0"/>
          <a:chOff x="0" y="0"/>
          <a:chExt cx="0" cy="0"/>
        </a:xfrm>
      </p:grpSpPr>
      <p:sp>
        <p:nvSpPr>
          <p:cNvPr id="31" name="Title 1">
            <a:extLst>
              <a:ext uri="{FF2B5EF4-FFF2-40B4-BE49-F238E27FC236}">
                <a16:creationId xmlns:a16="http://schemas.microsoft.com/office/drawing/2014/main" id="{E22A0C20-BBB3-EDF6-48D5-FAE1240909AE}"/>
              </a:ext>
            </a:extLst>
          </p:cNvPr>
          <p:cNvSpPr>
            <a:spLocks noGrp="1"/>
          </p:cNvSpPr>
          <p:nvPr>
            <p:ph type="title"/>
          </p:nvPr>
        </p:nvSpPr>
        <p:spPr>
          <a:xfrm>
            <a:off x="5520815" y="598588"/>
            <a:ext cx="8052881" cy="1325563"/>
          </a:xfrm>
        </p:spPr>
        <p:txBody>
          <a:bodyPr/>
          <a:lstStyle/>
          <a:p>
            <a:r>
              <a:rPr lang="en-US" dirty="0">
                <a:solidFill>
                  <a:schemeClr val="bg1">
                    <a:lumMod val="95000"/>
                  </a:schemeClr>
                </a:solidFill>
              </a:rPr>
              <a:t>OBJECTIVES</a:t>
            </a:r>
          </a:p>
        </p:txBody>
      </p:sp>
      <p:sp>
        <p:nvSpPr>
          <p:cNvPr id="32" name="Content Placeholder 2">
            <a:extLst>
              <a:ext uri="{FF2B5EF4-FFF2-40B4-BE49-F238E27FC236}">
                <a16:creationId xmlns:a16="http://schemas.microsoft.com/office/drawing/2014/main" id="{09A8A5AB-F719-7FF6-66B5-020FE0AD90E0}"/>
              </a:ext>
            </a:extLst>
          </p:cNvPr>
          <p:cNvSpPr txBox="1">
            <a:spLocks/>
          </p:cNvSpPr>
          <p:nvPr/>
        </p:nvSpPr>
        <p:spPr>
          <a:xfrm>
            <a:off x="4207582" y="2088271"/>
            <a:ext cx="8052881" cy="4351338"/>
          </a:xfrm>
          <a:prstGeom prst="rect">
            <a:avLst/>
          </a:prstGeom>
        </p:spPr>
        <p:txBody>
          <a:bodyPr vert="horz" lIns="0" tIns="0" rIns="0" bIns="0" rtlCol="0">
            <a:noAutofit/>
          </a:bodyPr>
          <a:lstStyle>
            <a:lvl1pPr marL="0" indent="0" algn="l" defTabSz="914400" rtl="0" eaLnBrk="1" latinLnBrk="0" hangingPunct="1">
              <a:lnSpc>
                <a:spcPct val="120000"/>
              </a:lnSpc>
              <a:spcBef>
                <a:spcPts val="0"/>
              </a:spcBef>
              <a:spcAft>
                <a:spcPts val="1200"/>
              </a:spcAft>
              <a:buFontTx/>
              <a:buNone/>
              <a:defRPr sz="1800" b="0" i="0" kern="1200" cap="none" spc="0" baseline="0">
                <a:solidFill>
                  <a:schemeClr val="tx1"/>
                </a:solidFill>
                <a:latin typeface="+mn-lt"/>
                <a:ea typeface="+mn-ea"/>
                <a:cs typeface="+mn-cs"/>
              </a:defRPr>
            </a:lvl1pPr>
            <a:lvl2pPr marL="457200" indent="0" algn="ctr" defTabSz="914400" rtl="0" eaLnBrk="1" latinLnBrk="0" hangingPunct="1">
              <a:lnSpc>
                <a:spcPct val="150000"/>
              </a:lnSpc>
              <a:spcBef>
                <a:spcPts val="500"/>
              </a:spcBef>
              <a:buFontTx/>
              <a:buNone/>
              <a:defRPr sz="2000" b="0" i="0" kern="1200">
                <a:solidFill>
                  <a:schemeClr val="tx1"/>
                </a:solidFill>
                <a:latin typeface="Avenir Next LT Pro" panose="020B0504020202020204" pitchFamily="34" charset="77"/>
                <a:ea typeface="+mn-ea"/>
                <a:cs typeface="+mn-cs"/>
              </a:defRPr>
            </a:lvl2pPr>
            <a:lvl3pPr marL="914400" indent="0" algn="ctr" defTabSz="914400" rtl="0" eaLnBrk="1" latinLnBrk="0" hangingPunct="1">
              <a:lnSpc>
                <a:spcPct val="150000"/>
              </a:lnSpc>
              <a:spcBef>
                <a:spcPts val="500"/>
              </a:spcBef>
              <a:buFontTx/>
              <a:buNone/>
              <a:defRPr sz="1800" b="0" i="0" kern="1200">
                <a:solidFill>
                  <a:schemeClr val="tx1"/>
                </a:solidFill>
                <a:latin typeface="Avenir Next LT Pro" panose="020B0504020202020204" pitchFamily="34" charset="77"/>
                <a:ea typeface="+mn-ea"/>
                <a:cs typeface="+mn-cs"/>
              </a:defRPr>
            </a:lvl3pPr>
            <a:lvl4pPr marL="1371600" indent="0" algn="ctr" defTabSz="914400" rtl="0" eaLnBrk="1" latinLnBrk="0" hangingPunct="1">
              <a:lnSpc>
                <a:spcPct val="150000"/>
              </a:lnSpc>
              <a:spcBef>
                <a:spcPts val="500"/>
              </a:spcBef>
              <a:buFontTx/>
              <a:buNone/>
              <a:defRPr sz="1600" b="0" i="0" kern="1200">
                <a:solidFill>
                  <a:schemeClr val="tx1"/>
                </a:solidFill>
                <a:latin typeface="Avenir Next LT Pro" panose="020B0504020202020204" pitchFamily="34" charset="77"/>
                <a:ea typeface="+mn-ea"/>
                <a:cs typeface="+mn-cs"/>
              </a:defRPr>
            </a:lvl4pPr>
            <a:lvl5pPr marL="1828800" indent="0" algn="ctr" defTabSz="914400" rtl="0" eaLnBrk="1" latinLnBrk="0" hangingPunct="1">
              <a:lnSpc>
                <a:spcPct val="150000"/>
              </a:lnSpc>
              <a:spcBef>
                <a:spcPts val="500"/>
              </a:spcBef>
              <a:buFontTx/>
              <a:buNone/>
              <a:defRPr sz="1600" b="0" i="0" kern="1200">
                <a:solidFill>
                  <a:schemeClr val="tx1"/>
                </a:solidFill>
                <a:latin typeface="Avenir Next LT Pro" panose="020B0504020202020204" pitchFamily="34" charset="77"/>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r>
              <a:rPr lang="en-US" b="1" dirty="0">
                <a:solidFill>
                  <a:schemeClr val="bg1">
                    <a:lumMod val="95000"/>
                  </a:schemeClr>
                </a:solidFill>
                <a:latin typeface="Times New Roman" panose="02020603050405020304" pitchFamily="18" charset="0"/>
                <a:cs typeface="Times New Roman" panose="02020603050405020304" pitchFamily="18" charset="0"/>
              </a:rPr>
              <a:t>To Design and Develop a Digital Archive: </a:t>
            </a:r>
            <a:r>
              <a:rPr lang="en-US" dirty="0">
                <a:latin typeface="Times New Roman" panose="02020603050405020304" pitchFamily="18" charset="0"/>
                <a:cs typeface="Times New Roman" panose="02020603050405020304" pitchFamily="18" charset="0"/>
              </a:rPr>
              <a:t>Create a structured database to store, categorize, and preserve a wide variety of authentic South Sudanese recipes</a:t>
            </a:r>
            <a:endParaRPr lang="en-US" b="1" dirty="0">
              <a:solidFill>
                <a:schemeClr val="bg1">
                  <a:lumMod val="95000"/>
                </a:schemeClr>
              </a:solidFill>
              <a:latin typeface="Times New Roman" panose="02020603050405020304" pitchFamily="18" charset="0"/>
              <a:cs typeface="Times New Roman" panose="02020603050405020304" pitchFamily="18" charset="0"/>
            </a:endParaRPr>
          </a:p>
          <a:p>
            <a:r>
              <a:rPr lang="en-US" b="1" dirty="0">
                <a:solidFill>
                  <a:schemeClr val="bg1">
                    <a:lumMod val="95000"/>
                  </a:schemeClr>
                </a:solidFill>
                <a:latin typeface="Times New Roman" panose="02020603050405020304" pitchFamily="18" charset="0"/>
                <a:cs typeface="Times New Roman" panose="02020603050405020304" pitchFamily="18" charset="0"/>
              </a:rPr>
              <a:t>To Implement a Step-by-Step Guidance Module. </a:t>
            </a:r>
          </a:p>
          <a:p>
            <a:r>
              <a:rPr lang="en-US" b="1" dirty="0">
                <a:solidFill>
                  <a:schemeClr val="bg1">
                    <a:lumMod val="95000"/>
                  </a:schemeClr>
                </a:solidFill>
                <a:latin typeface="Times New Roman" panose="02020603050405020304" pitchFamily="18" charset="0"/>
                <a:cs typeface="Times New Roman" panose="02020603050405020304" pitchFamily="18" charset="0"/>
              </a:rPr>
              <a:t>To Create a Culturally Immersive User Experience.</a:t>
            </a:r>
          </a:p>
          <a:p>
            <a:r>
              <a:rPr lang="en-US" b="1" dirty="0">
                <a:solidFill>
                  <a:schemeClr val="bg1">
                    <a:lumMod val="95000"/>
                  </a:schemeClr>
                </a:solidFill>
                <a:latin typeface="Times New Roman" panose="02020603050405020304" pitchFamily="18" charset="0"/>
                <a:cs typeface="Times New Roman" panose="02020603050405020304" pitchFamily="18" charset="0"/>
              </a:rPr>
              <a:t>To Build a Multi-Platform Accessible Application.</a:t>
            </a:r>
          </a:p>
          <a:p>
            <a:r>
              <a:rPr lang="en-US" b="1" dirty="0">
                <a:solidFill>
                  <a:schemeClr val="bg1">
                    <a:lumMod val="95000"/>
                  </a:schemeClr>
                </a:solidFill>
                <a:latin typeface="Times New Roman" panose="02020603050405020304" pitchFamily="18" charset="0"/>
                <a:cs typeface="Times New Roman" panose="02020603050405020304" pitchFamily="18" charset="0"/>
              </a:rPr>
              <a:t>To Incorporate a Community Contribution Feature (Optional/Future Scope).</a:t>
            </a:r>
          </a:p>
          <a:p>
            <a:endParaRPr lang="en-US" b="1" dirty="0">
              <a:solidFill>
                <a:schemeClr val="bg1">
                  <a:lumMod val="95000"/>
                </a:schemeClr>
              </a:solidFill>
              <a:latin typeface="Times New Roman" panose="02020603050405020304" pitchFamily="18" charset="0"/>
              <a:cs typeface="Times New Roman" panose="02020603050405020304" pitchFamily="18" charset="0"/>
            </a:endParaRPr>
          </a:p>
        </p:txBody>
      </p:sp>
      <p:pic>
        <p:nvPicPr>
          <p:cNvPr id="2050" name="Picture 2" descr="Top South Sudanese Foods To Try At Home">
            <a:extLst>
              <a:ext uri="{FF2B5EF4-FFF2-40B4-BE49-F238E27FC236}">
                <a16:creationId xmlns:a16="http://schemas.microsoft.com/office/drawing/2014/main" id="{0685E393-CD3E-4EB1-0128-1A8441BC9379}"/>
              </a:ext>
            </a:extLst>
          </p:cNvPr>
          <p:cNvPicPr>
            <a:picLocks noGrp="1" noChangeAspect="1" noChangeArrowheads="1"/>
          </p:cNvPicPr>
          <p:nvPr>
            <p:ph type="pic" sz="quarter" idx="10"/>
          </p:nvPr>
        </p:nvPicPr>
        <p:blipFill>
          <a:blip r:embed="rId2">
            <a:extLst>
              <a:ext uri="{28A0092B-C50C-407E-A947-70E740481C1C}">
                <a14:useLocalDpi xmlns:a14="http://schemas.microsoft.com/office/drawing/2010/main" val="0"/>
              </a:ext>
            </a:extLst>
          </a:blip>
          <a:srcRect l="30707" r="30707"/>
          <a:stretch>
            <a:fillRect/>
          </a:stretch>
        </p:blipFill>
        <p:spPr bwMode="auto">
          <a:xfrm>
            <a:off x="0" y="0"/>
            <a:ext cx="3970338" cy="68580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40430388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grpId="0" nodeType="withEffect">
                                  <p:stCondLst>
                                    <p:cond delay="0"/>
                                  </p:stCondLst>
                                  <p:childTnLst>
                                    <p:set>
                                      <p:cBhvr>
                                        <p:cTn id="6" dur="1" fill="hold">
                                          <p:stCondLst>
                                            <p:cond delay="0"/>
                                          </p:stCondLst>
                                        </p:cTn>
                                        <p:tgtEl>
                                          <p:spTgt spid="32"/>
                                        </p:tgtEl>
                                        <p:attrNameLst>
                                          <p:attrName>style.visibility</p:attrName>
                                        </p:attrNameLst>
                                      </p:cBhvr>
                                      <p:to>
                                        <p:strVal val="visible"/>
                                      </p:to>
                                    </p:set>
                                    <p:animEffect transition="in" filter="fade">
                                      <p:cBhvr>
                                        <p:cTn id="7" dur="1000"/>
                                        <p:tgtEl>
                                          <p:spTgt spid="32"/>
                                        </p:tgtEl>
                                      </p:cBhvr>
                                    </p:animEffect>
                                    <p:anim calcmode="lin" valueType="num">
                                      <p:cBhvr>
                                        <p:cTn id="8" dur="1000" fill="hold"/>
                                        <p:tgtEl>
                                          <p:spTgt spid="32"/>
                                        </p:tgtEl>
                                        <p:attrNameLst>
                                          <p:attrName>ppt_x</p:attrName>
                                        </p:attrNameLst>
                                      </p:cBhvr>
                                      <p:tavLst>
                                        <p:tav tm="0">
                                          <p:val>
                                            <p:strVal val="#ppt_x"/>
                                          </p:val>
                                        </p:tav>
                                        <p:tav tm="100000">
                                          <p:val>
                                            <p:strVal val="#ppt_x"/>
                                          </p:val>
                                        </p:tav>
                                      </p:tavLst>
                                    </p:anim>
                                    <p:anim calcmode="lin" valueType="num">
                                      <p:cBhvr>
                                        <p:cTn id="9" dur="1000" fill="hold"/>
                                        <p:tgtEl>
                                          <p:spTgt spid="32"/>
                                        </p:tgtEl>
                                        <p:attrNameLst>
                                          <p:attrName>ppt_y</p:attrName>
                                        </p:attrNameLst>
                                      </p:cBhvr>
                                      <p:tavLst>
                                        <p:tav tm="0">
                                          <p:val>
                                            <p:strVal val="#ppt_y+.1"/>
                                          </p:val>
                                        </p:tav>
                                        <p:tav tm="100000">
                                          <p:val>
                                            <p:strVal val="#ppt_y"/>
                                          </p:val>
                                        </p:tav>
                                      </p:tavLst>
                                    </p:anim>
                                  </p:childTnLst>
                                </p:cTn>
                              </p:par>
                              <p:par>
                                <p:cTn id="10" presetID="42" presetClass="entr" presetSubtype="0" fill="hold" grpId="0" nodeType="withEffect">
                                  <p:stCondLst>
                                    <p:cond delay="0"/>
                                  </p:stCondLst>
                                  <p:childTnLst>
                                    <p:set>
                                      <p:cBhvr>
                                        <p:cTn id="11" dur="1" fill="hold">
                                          <p:stCondLst>
                                            <p:cond delay="0"/>
                                          </p:stCondLst>
                                        </p:cTn>
                                        <p:tgtEl>
                                          <p:spTgt spid="31"/>
                                        </p:tgtEl>
                                        <p:attrNameLst>
                                          <p:attrName>style.visibility</p:attrName>
                                        </p:attrNameLst>
                                      </p:cBhvr>
                                      <p:to>
                                        <p:strVal val="visible"/>
                                      </p:to>
                                    </p:set>
                                    <p:animEffect transition="in" filter="fade">
                                      <p:cBhvr>
                                        <p:cTn id="12" dur="1000"/>
                                        <p:tgtEl>
                                          <p:spTgt spid="31"/>
                                        </p:tgtEl>
                                      </p:cBhvr>
                                    </p:animEffect>
                                    <p:anim calcmode="lin" valueType="num">
                                      <p:cBhvr>
                                        <p:cTn id="13" dur="1000" fill="hold"/>
                                        <p:tgtEl>
                                          <p:spTgt spid="31"/>
                                        </p:tgtEl>
                                        <p:attrNameLst>
                                          <p:attrName>ppt_x</p:attrName>
                                        </p:attrNameLst>
                                      </p:cBhvr>
                                      <p:tavLst>
                                        <p:tav tm="0">
                                          <p:val>
                                            <p:strVal val="#ppt_x"/>
                                          </p:val>
                                        </p:tav>
                                        <p:tav tm="100000">
                                          <p:val>
                                            <p:strVal val="#ppt_x"/>
                                          </p:val>
                                        </p:tav>
                                      </p:tavLst>
                                    </p:anim>
                                    <p:anim calcmode="lin" valueType="num">
                                      <p:cBhvr>
                                        <p:cTn id="14" dur="1000" fill="hold"/>
                                        <p:tgtEl>
                                          <p:spTgt spid="31"/>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1" grpId="0"/>
      <p:bldP spid="32" grpId="0"/>
    </p:bldLst>
  </p:timing>
</p:sld>
</file>

<file path=ppt/slides/slide5.xml><?xml version="1.0" encoding="utf-8"?>
<p:sld xmlns:a="http://schemas.openxmlformats.org/drawingml/2006/main" xmlns:r="http://schemas.openxmlformats.org/officeDocument/2006/relationships" xmlns:p="http://schemas.openxmlformats.org/presentationml/2006/main">
  <p:cSld>
    <p:bg>
      <p:bgPr>
        <a:solidFill>
          <a:schemeClr val="accent2">
            <a:lumMod val="75000"/>
          </a:schemeClr>
        </a:solidFill>
        <a:effectLst/>
      </p:bgPr>
    </p:bg>
    <p:spTree>
      <p:nvGrpSpPr>
        <p:cNvPr id="1" name=""/>
        <p:cNvGrpSpPr/>
        <p:nvPr/>
      </p:nvGrpSpPr>
      <p:grpSpPr>
        <a:xfrm>
          <a:off x="0" y="0"/>
          <a:ext cx="0" cy="0"/>
          <a:chOff x="0" y="0"/>
          <a:chExt cx="0" cy="0"/>
        </a:xfrm>
      </p:grpSpPr>
      <p:pic>
        <p:nvPicPr>
          <p:cNvPr id="50" name="Graphic 1">
            <a:extLst>
              <a:ext uri="{FF2B5EF4-FFF2-40B4-BE49-F238E27FC236}">
                <a16:creationId xmlns:a16="http://schemas.microsoft.com/office/drawing/2014/main" id="{E46D69F3-A538-225E-18AA-35C7E54E7D51}"/>
              </a:ext>
            </a:extLst>
          </p:cNvPr>
          <p:cNvPicPr>
            <a:picLocks noChangeAspect="1"/>
          </p:cNvPicPr>
          <p:nvPr/>
        </p:nvPicPr>
        <p:blipFill>
          <a:blip>
            <a:extLst>
              <a:ext uri="{96DAC541-7B7A-43D3-8B79-37D633B846F1}">
                <asvg:svgBlip xmlns:asvg="http://schemas.microsoft.com/office/drawing/2016/SVG/main" r:embed="rId2"/>
              </a:ext>
            </a:extLst>
          </a:blip>
          <a:stretch>
            <a:fillRect/>
          </a:stretch>
        </p:blipFill>
        <p:spPr>
          <a:xfrm>
            <a:off x="1929119" y="1852725"/>
            <a:ext cx="8568891" cy="4923426"/>
          </a:xfrm>
          <a:prstGeom prst="rect">
            <a:avLst/>
          </a:prstGeom>
        </p:spPr>
      </p:pic>
      <p:sp>
        <p:nvSpPr>
          <p:cNvPr id="51" name="TextBox 50">
            <a:extLst>
              <a:ext uri="{FF2B5EF4-FFF2-40B4-BE49-F238E27FC236}">
                <a16:creationId xmlns:a16="http://schemas.microsoft.com/office/drawing/2014/main" id="{A3615055-6DFA-4364-2B79-66D1812909D1}"/>
              </a:ext>
            </a:extLst>
          </p:cNvPr>
          <p:cNvSpPr txBox="1"/>
          <p:nvPr/>
        </p:nvSpPr>
        <p:spPr>
          <a:xfrm>
            <a:off x="1423801" y="132361"/>
            <a:ext cx="9344395" cy="1200329"/>
          </a:xfrm>
          <a:prstGeom prst="rect">
            <a:avLst/>
          </a:prstGeom>
          <a:noFill/>
        </p:spPr>
        <p:txBody>
          <a:bodyPr wrap="square">
            <a:spAutoFit/>
          </a:bodyPr>
          <a:lstStyle/>
          <a:p>
            <a:r>
              <a:rPr lang="en-US" sz="2400" b="1" dirty="0">
                <a:solidFill>
                  <a:schemeClr val="bg1">
                    <a:lumMod val="95000"/>
                  </a:schemeClr>
                </a:solidFill>
                <a:latin typeface="+mj-lt"/>
              </a:rPr>
              <a:t>Conceptual Diagram, System Model:</a:t>
            </a:r>
            <a:br>
              <a:rPr lang="en-US" sz="2400" b="1" dirty="0">
                <a:solidFill>
                  <a:schemeClr val="bg1">
                    <a:lumMod val="95000"/>
                  </a:schemeClr>
                </a:solidFill>
              </a:rPr>
            </a:br>
            <a:r>
              <a:rPr lang="en-US" sz="2400" dirty="0">
                <a:solidFill>
                  <a:schemeClr val="bg1">
                    <a:lumMod val="95000"/>
                  </a:schemeClr>
                </a:solidFill>
                <a:latin typeface="Arial Narrow" panose="020B0606020202030204" pitchFamily="34" charset="0"/>
              </a:rPr>
              <a:t>[a diagram illustrating the architecture of the proposed System, highlighting the interaction between different modules ( overview of how the system will operate)]</a:t>
            </a:r>
          </a:p>
        </p:txBody>
      </p:sp>
    </p:spTree>
    <p:extLst>
      <p:ext uri="{BB962C8B-B14F-4D97-AF65-F5344CB8AC3E}">
        <p14:creationId xmlns:p14="http://schemas.microsoft.com/office/powerpoint/2010/main" val="250143907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nodeType="withEffect">
                                  <p:stCondLst>
                                    <p:cond delay="0"/>
                                  </p:stCondLst>
                                  <p:childTnLst>
                                    <p:set>
                                      <p:cBhvr>
                                        <p:cTn id="6" dur="1" fill="hold">
                                          <p:stCondLst>
                                            <p:cond delay="0"/>
                                          </p:stCondLst>
                                        </p:cTn>
                                        <p:tgtEl>
                                          <p:spTgt spid="50"/>
                                        </p:tgtEl>
                                        <p:attrNameLst>
                                          <p:attrName>style.visibility</p:attrName>
                                        </p:attrNameLst>
                                      </p:cBhvr>
                                      <p:to>
                                        <p:strVal val="visible"/>
                                      </p:to>
                                    </p:set>
                                    <p:animEffect transition="in" filter="fade">
                                      <p:cBhvr>
                                        <p:cTn id="7" dur="1000"/>
                                        <p:tgtEl>
                                          <p:spTgt spid="50"/>
                                        </p:tgtEl>
                                      </p:cBhvr>
                                    </p:animEffect>
                                    <p:anim calcmode="lin" valueType="num">
                                      <p:cBhvr>
                                        <p:cTn id="8" dur="1000" fill="hold"/>
                                        <p:tgtEl>
                                          <p:spTgt spid="50"/>
                                        </p:tgtEl>
                                        <p:attrNameLst>
                                          <p:attrName>ppt_x</p:attrName>
                                        </p:attrNameLst>
                                      </p:cBhvr>
                                      <p:tavLst>
                                        <p:tav tm="0">
                                          <p:val>
                                            <p:strVal val="#ppt_x"/>
                                          </p:val>
                                        </p:tav>
                                        <p:tav tm="100000">
                                          <p:val>
                                            <p:strVal val="#ppt_x"/>
                                          </p:val>
                                        </p:tav>
                                      </p:tavLst>
                                    </p:anim>
                                    <p:anim calcmode="lin" valueType="num">
                                      <p:cBhvr>
                                        <p:cTn id="9" dur="1000" fill="hold"/>
                                        <p:tgtEl>
                                          <p:spTgt spid="50"/>
                                        </p:tgtEl>
                                        <p:attrNameLst>
                                          <p:attrName>ppt_y</p:attrName>
                                        </p:attrNameLst>
                                      </p:cBhvr>
                                      <p:tavLst>
                                        <p:tav tm="0">
                                          <p:val>
                                            <p:strVal val="#ppt_y+.1"/>
                                          </p:val>
                                        </p:tav>
                                        <p:tav tm="100000">
                                          <p:val>
                                            <p:strVal val="#ppt_y"/>
                                          </p:val>
                                        </p:tav>
                                      </p:tavLst>
                                    </p:anim>
                                  </p:childTnLst>
                                </p:cTn>
                              </p:par>
                              <p:par>
                                <p:cTn id="10" presetID="47" presetClass="entr" presetSubtype="0" fill="hold" grpId="0" nodeType="withEffect">
                                  <p:stCondLst>
                                    <p:cond delay="0"/>
                                  </p:stCondLst>
                                  <p:childTnLst>
                                    <p:set>
                                      <p:cBhvr>
                                        <p:cTn id="11" dur="1" fill="hold">
                                          <p:stCondLst>
                                            <p:cond delay="0"/>
                                          </p:stCondLst>
                                        </p:cTn>
                                        <p:tgtEl>
                                          <p:spTgt spid="51"/>
                                        </p:tgtEl>
                                        <p:attrNameLst>
                                          <p:attrName>style.visibility</p:attrName>
                                        </p:attrNameLst>
                                      </p:cBhvr>
                                      <p:to>
                                        <p:strVal val="visible"/>
                                      </p:to>
                                    </p:set>
                                    <p:animEffect transition="in" filter="fade">
                                      <p:cBhvr>
                                        <p:cTn id="12" dur="1000"/>
                                        <p:tgtEl>
                                          <p:spTgt spid="51"/>
                                        </p:tgtEl>
                                      </p:cBhvr>
                                    </p:animEffect>
                                    <p:anim calcmode="lin" valueType="num">
                                      <p:cBhvr>
                                        <p:cTn id="13" dur="1000" fill="hold"/>
                                        <p:tgtEl>
                                          <p:spTgt spid="51"/>
                                        </p:tgtEl>
                                        <p:attrNameLst>
                                          <p:attrName>ppt_x</p:attrName>
                                        </p:attrNameLst>
                                      </p:cBhvr>
                                      <p:tavLst>
                                        <p:tav tm="0">
                                          <p:val>
                                            <p:strVal val="#ppt_x"/>
                                          </p:val>
                                        </p:tav>
                                        <p:tav tm="100000">
                                          <p:val>
                                            <p:strVal val="#ppt_x"/>
                                          </p:val>
                                        </p:tav>
                                      </p:tavLst>
                                    </p:anim>
                                    <p:anim calcmode="lin" valueType="num">
                                      <p:cBhvr>
                                        <p:cTn id="14" dur="1000" fill="hold"/>
                                        <p:tgtEl>
                                          <p:spTgt spid="51"/>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1" grpId="0"/>
    </p:bldLst>
  </p:timing>
</p:sld>
</file>

<file path=ppt/slides/slide6.xml><?xml version="1.0" encoding="utf-8"?>
<p:sld xmlns:a="http://schemas.openxmlformats.org/drawingml/2006/main" xmlns:r="http://schemas.openxmlformats.org/officeDocument/2006/relationships" xmlns:p="http://schemas.openxmlformats.org/presentationml/2006/main">
  <p:cSld>
    <p:bg>
      <p:bgPr>
        <a:solidFill>
          <a:schemeClr val="accent2">
            <a:lumMod val="75000"/>
          </a:schemeClr>
        </a:solidFill>
        <a:effectLst/>
      </p:bgPr>
    </p:bg>
    <p:spTree>
      <p:nvGrpSpPr>
        <p:cNvPr id="1" name=""/>
        <p:cNvGrpSpPr/>
        <p:nvPr/>
      </p:nvGrpSpPr>
      <p:grpSpPr>
        <a:xfrm>
          <a:off x="0" y="0"/>
          <a:ext cx="0" cy="0"/>
          <a:chOff x="0" y="0"/>
          <a:chExt cx="0" cy="0"/>
        </a:xfrm>
      </p:grpSpPr>
      <p:sp>
        <p:nvSpPr>
          <p:cNvPr id="46" name="TextBox 45">
            <a:extLst>
              <a:ext uri="{FF2B5EF4-FFF2-40B4-BE49-F238E27FC236}">
                <a16:creationId xmlns:a16="http://schemas.microsoft.com/office/drawing/2014/main" id="{ECAAD082-F84E-D7B9-BD53-3FBB358F09D9}"/>
              </a:ext>
            </a:extLst>
          </p:cNvPr>
          <p:cNvSpPr txBox="1"/>
          <p:nvPr/>
        </p:nvSpPr>
        <p:spPr>
          <a:xfrm>
            <a:off x="324091" y="457200"/>
            <a:ext cx="5949387" cy="1569660"/>
          </a:xfrm>
          <a:prstGeom prst="rect">
            <a:avLst/>
          </a:prstGeom>
          <a:noFill/>
        </p:spPr>
        <p:txBody>
          <a:bodyPr wrap="square">
            <a:spAutoFit/>
          </a:bodyPr>
          <a:lstStyle/>
          <a:p>
            <a:r>
              <a:rPr lang="en-US" sz="2400" b="1" dirty="0">
                <a:solidFill>
                  <a:schemeClr val="bg1">
                    <a:lumMod val="95000"/>
                  </a:schemeClr>
                </a:solidFill>
              </a:rPr>
              <a:t>Tools to be used:</a:t>
            </a:r>
            <a:br>
              <a:rPr lang="en-US" sz="2400" b="1" dirty="0">
                <a:solidFill>
                  <a:schemeClr val="bg1">
                    <a:lumMod val="95000"/>
                  </a:schemeClr>
                </a:solidFill>
              </a:rPr>
            </a:br>
            <a:r>
              <a:rPr lang="en-US" sz="2400" dirty="0">
                <a:solidFill>
                  <a:schemeClr val="bg1">
                    <a:lumMod val="95000"/>
                  </a:schemeClr>
                </a:solidFill>
              </a:rPr>
              <a:t>Programming Languages: </a:t>
            </a:r>
            <a:br>
              <a:rPr lang="en-US" sz="2400" dirty="0">
                <a:solidFill>
                  <a:schemeClr val="bg1">
                    <a:lumMod val="95000"/>
                  </a:schemeClr>
                </a:solidFill>
              </a:rPr>
            </a:br>
            <a:r>
              <a:rPr lang="en-US" sz="2400" dirty="0">
                <a:solidFill>
                  <a:schemeClr val="bg1">
                    <a:lumMod val="95000"/>
                  </a:schemeClr>
                </a:solidFill>
              </a:rPr>
              <a:t>Software: </a:t>
            </a:r>
            <a:br>
              <a:rPr lang="en-US" sz="2400" dirty="0">
                <a:solidFill>
                  <a:schemeClr val="bg1">
                    <a:lumMod val="95000"/>
                  </a:schemeClr>
                </a:solidFill>
              </a:rPr>
            </a:br>
            <a:r>
              <a:rPr lang="en-US" sz="2400" dirty="0">
                <a:solidFill>
                  <a:schemeClr val="bg1">
                    <a:lumMod val="95000"/>
                  </a:schemeClr>
                </a:solidFill>
              </a:rPr>
              <a:t>Technologies: </a:t>
            </a:r>
          </a:p>
        </p:txBody>
      </p:sp>
      <p:sp>
        <p:nvSpPr>
          <p:cNvPr id="49" name="TextBox 48">
            <a:extLst>
              <a:ext uri="{FF2B5EF4-FFF2-40B4-BE49-F238E27FC236}">
                <a16:creationId xmlns:a16="http://schemas.microsoft.com/office/drawing/2014/main" id="{FBD7D47F-4AF3-11F1-102F-2C39265A42AE}"/>
              </a:ext>
            </a:extLst>
          </p:cNvPr>
          <p:cNvSpPr txBox="1"/>
          <p:nvPr/>
        </p:nvSpPr>
        <p:spPr>
          <a:xfrm>
            <a:off x="179408" y="3281423"/>
            <a:ext cx="5797471" cy="2645789"/>
          </a:xfrm>
          <a:prstGeom prst="rect">
            <a:avLst/>
          </a:prstGeom>
          <a:noFill/>
        </p:spPr>
        <p:txBody>
          <a:bodyPr wrap="square">
            <a:spAutoFit/>
          </a:bodyPr>
          <a:lstStyle/>
          <a:p>
            <a:pPr>
              <a:lnSpc>
                <a:spcPct val="150000"/>
              </a:lnSpc>
              <a:spcAft>
                <a:spcPts val="800"/>
              </a:spcAft>
            </a:pPr>
            <a:r>
              <a:rPr lang="en-US" sz="1800" b="1" kern="100" dirty="0">
                <a:solidFill>
                  <a:schemeClr val="bg1">
                    <a:lumMod val="95000"/>
                  </a:schemeClr>
                </a:solidFill>
                <a:effectLst/>
                <a:latin typeface="Times New Roman" panose="02020603050405020304" pitchFamily="18" charset="0"/>
                <a:ea typeface="Aptos" panose="020B0004020202020204" pitchFamily="34" charset="0"/>
                <a:cs typeface="Times New Roman" panose="02020603050405020304" pitchFamily="18" charset="0"/>
              </a:rPr>
              <a:t>Programming Languages:</a:t>
            </a:r>
            <a:endParaRPr lang="en-US" sz="1600" b="1" kern="100" dirty="0">
              <a:solidFill>
                <a:schemeClr val="bg1">
                  <a:lumMod val="95000"/>
                </a:schemeClr>
              </a:solidFill>
              <a:effectLst/>
              <a:latin typeface="Aptos" panose="020B0004020202020204" pitchFamily="34" charset="0"/>
              <a:ea typeface="Aptos" panose="020B0004020202020204" pitchFamily="34" charset="0"/>
              <a:cs typeface="Times New Roman" panose="02020603050405020304" pitchFamily="18" charset="0"/>
            </a:endParaRPr>
          </a:p>
          <a:p>
            <a:pPr marL="342900" lvl="0" indent="-342900">
              <a:lnSpc>
                <a:spcPct val="150000"/>
              </a:lnSpc>
              <a:buFont typeface="Symbol" panose="05050102010706020507" pitchFamily="18" charset="2"/>
              <a:buChar char=""/>
            </a:pPr>
            <a:r>
              <a:rPr lang="en-US" sz="1800" b="1" kern="100" dirty="0">
                <a:solidFill>
                  <a:schemeClr val="bg1">
                    <a:lumMod val="95000"/>
                  </a:schemeClr>
                </a:solidFill>
                <a:effectLst/>
                <a:latin typeface="Times New Roman" panose="02020603050405020304" pitchFamily="18" charset="0"/>
                <a:ea typeface="Aptos" panose="020B0004020202020204" pitchFamily="34" charset="0"/>
                <a:cs typeface="Times New Roman" panose="02020603050405020304" pitchFamily="18" charset="0"/>
              </a:rPr>
              <a:t>Backend: Python, JavaScript.</a:t>
            </a:r>
            <a:endParaRPr lang="en-US" sz="1600" b="1" kern="100" dirty="0">
              <a:solidFill>
                <a:schemeClr val="bg1">
                  <a:lumMod val="95000"/>
                </a:schemeClr>
              </a:solidFill>
              <a:effectLst/>
              <a:latin typeface="Aptos" panose="020B0004020202020204" pitchFamily="34" charset="0"/>
              <a:ea typeface="Aptos" panose="020B0004020202020204" pitchFamily="34" charset="0"/>
              <a:cs typeface="Times New Roman" panose="02020603050405020304" pitchFamily="18" charset="0"/>
            </a:endParaRPr>
          </a:p>
          <a:p>
            <a:pPr marL="342900" lvl="0" indent="-342900">
              <a:lnSpc>
                <a:spcPct val="150000"/>
              </a:lnSpc>
              <a:buFont typeface="Symbol" panose="05050102010706020507" pitchFamily="18" charset="2"/>
              <a:buChar char=""/>
            </a:pPr>
            <a:r>
              <a:rPr lang="en-US" sz="1800" b="1" kern="100" dirty="0">
                <a:solidFill>
                  <a:schemeClr val="bg1">
                    <a:lumMod val="95000"/>
                  </a:schemeClr>
                </a:solidFill>
                <a:effectLst/>
                <a:latin typeface="Times New Roman" panose="02020603050405020304" pitchFamily="18" charset="0"/>
                <a:ea typeface="Aptos" panose="020B0004020202020204" pitchFamily="34" charset="0"/>
                <a:cs typeface="Times New Roman" panose="02020603050405020304" pitchFamily="18" charset="0"/>
              </a:rPr>
              <a:t>Frontend (Web): JavaScript, HTML, CSS.</a:t>
            </a:r>
            <a:endParaRPr lang="en-US" sz="1600" b="1" kern="100" dirty="0">
              <a:solidFill>
                <a:schemeClr val="bg1">
                  <a:lumMod val="95000"/>
                </a:schemeClr>
              </a:solidFill>
              <a:effectLst/>
              <a:latin typeface="Aptos" panose="020B0004020202020204" pitchFamily="34" charset="0"/>
              <a:ea typeface="Aptos" panose="020B0004020202020204" pitchFamily="34" charset="0"/>
              <a:cs typeface="Times New Roman" panose="02020603050405020304" pitchFamily="18" charset="0"/>
            </a:endParaRPr>
          </a:p>
          <a:p>
            <a:pPr marL="342900" lvl="0" indent="-342900">
              <a:lnSpc>
                <a:spcPct val="150000"/>
              </a:lnSpc>
              <a:buFont typeface="Symbol" panose="05050102010706020507" pitchFamily="18" charset="2"/>
              <a:buChar char=""/>
            </a:pPr>
            <a:r>
              <a:rPr lang="en-US" sz="1800" b="1" kern="100" dirty="0">
                <a:solidFill>
                  <a:schemeClr val="bg1">
                    <a:lumMod val="95000"/>
                  </a:schemeClr>
                </a:solidFill>
                <a:effectLst/>
                <a:latin typeface="Times New Roman" panose="02020603050405020304" pitchFamily="18" charset="0"/>
                <a:ea typeface="Aptos" panose="020B0004020202020204" pitchFamily="34" charset="0"/>
                <a:cs typeface="Times New Roman" panose="02020603050405020304" pitchFamily="18" charset="0"/>
              </a:rPr>
              <a:t>Mobile App: JavaScript or Dart (with Flutter) for cross-platform development.</a:t>
            </a:r>
            <a:endParaRPr lang="en-US" sz="1600" b="1" kern="100" dirty="0">
              <a:solidFill>
                <a:schemeClr val="bg1">
                  <a:lumMod val="95000"/>
                </a:schemeClr>
              </a:solidFill>
              <a:effectLst/>
              <a:latin typeface="Aptos" panose="020B0004020202020204" pitchFamily="34" charset="0"/>
              <a:ea typeface="Aptos" panose="020B0004020202020204" pitchFamily="34" charset="0"/>
              <a:cs typeface="Times New Roman" panose="02020603050405020304" pitchFamily="18" charset="0"/>
            </a:endParaRPr>
          </a:p>
          <a:p>
            <a:pPr marL="457200">
              <a:lnSpc>
                <a:spcPct val="150000"/>
              </a:lnSpc>
              <a:spcAft>
                <a:spcPts val="800"/>
              </a:spcAft>
            </a:pPr>
            <a:r>
              <a:rPr lang="en-US" sz="1800" b="1" kern="100" dirty="0">
                <a:solidFill>
                  <a:schemeClr val="bg1">
                    <a:lumMod val="95000"/>
                  </a:schemeClr>
                </a:solidFill>
                <a:effectLst/>
                <a:latin typeface="Times New Roman" panose="02020603050405020304" pitchFamily="18" charset="0"/>
                <a:ea typeface="Aptos" panose="020B0004020202020204" pitchFamily="34" charset="0"/>
                <a:cs typeface="Times New Roman" panose="02020603050405020304" pitchFamily="18" charset="0"/>
              </a:rPr>
              <a:t> </a:t>
            </a:r>
            <a:endParaRPr lang="en-US" sz="1600" b="1" kern="100" dirty="0">
              <a:solidFill>
                <a:schemeClr val="bg1">
                  <a:lumMod val="95000"/>
                </a:schemeClr>
              </a:solidFill>
              <a:effectLst/>
              <a:latin typeface="Aptos" panose="020B0004020202020204" pitchFamily="34" charset="0"/>
              <a:ea typeface="Aptos" panose="020B0004020202020204" pitchFamily="34" charset="0"/>
              <a:cs typeface="Times New Roman" panose="02020603050405020304" pitchFamily="18" charset="0"/>
            </a:endParaRPr>
          </a:p>
        </p:txBody>
      </p:sp>
      <p:sp>
        <p:nvSpPr>
          <p:cNvPr id="52" name="TextBox 51">
            <a:extLst>
              <a:ext uri="{FF2B5EF4-FFF2-40B4-BE49-F238E27FC236}">
                <a16:creationId xmlns:a16="http://schemas.microsoft.com/office/drawing/2014/main" id="{F75F085F-025F-5AE1-D2FD-2FC43A16F0FD}"/>
              </a:ext>
            </a:extLst>
          </p:cNvPr>
          <p:cNvSpPr txBox="1"/>
          <p:nvPr/>
        </p:nvSpPr>
        <p:spPr>
          <a:xfrm>
            <a:off x="6398870" y="0"/>
            <a:ext cx="5726575" cy="2645789"/>
          </a:xfrm>
          <a:prstGeom prst="rect">
            <a:avLst/>
          </a:prstGeom>
          <a:noFill/>
        </p:spPr>
        <p:txBody>
          <a:bodyPr wrap="square">
            <a:spAutoFit/>
          </a:bodyPr>
          <a:lstStyle/>
          <a:p>
            <a:pPr>
              <a:lnSpc>
                <a:spcPct val="150000"/>
              </a:lnSpc>
              <a:spcAft>
                <a:spcPts val="800"/>
              </a:spcAft>
            </a:pPr>
            <a:r>
              <a:rPr lang="en-US" sz="1800" b="1" kern="100" dirty="0">
                <a:solidFill>
                  <a:schemeClr val="bg1">
                    <a:lumMod val="95000"/>
                  </a:schemeClr>
                </a:solidFill>
                <a:effectLst/>
                <a:latin typeface="Times New Roman" panose="02020603050405020304" pitchFamily="18" charset="0"/>
                <a:ea typeface="Aptos" panose="020B0004020202020204" pitchFamily="34" charset="0"/>
                <a:cs typeface="Times New Roman" panose="02020603050405020304" pitchFamily="18" charset="0"/>
              </a:rPr>
              <a:t>Software:</a:t>
            </a:r>
            <a:endParaRPr lang="en-US" sz="1600" b="1" kern="100" dirty="0">
              <a:solidFill>
                <a:schemeClr val="bg1">
                  <a:lumMod val="95000"/>
                </a:schemeClr>
              </a:solidFill>
              <a:effectLst/>
              <a:latin typeface="Aptos" panose="020B0004020202020204" pitchFamily="34" charset="0"/>
              <a:ea typeface="Aptos" panose="020B0004020202020204" pitchFamily="34" charset="0"/>
              <a:cs typeface="Times New Roman" panose="02020603050405020304" pitchFamily="18" charset="0"/>
            </a:endParaRPr>
          </a:p>
          <a:p>
            <a:pPr marL="342900" lvl="0" indent="-342900">
              <a:lnSpc>
                <a:spcPct val="150000"/>
              </a:lnSpc>
              <a:buFont typeface="Symbol" panose="05050102010706020507" pitchFamily="18" charset="2"/>
              <a:buChar char=""/>
            </a:pPr>
            <a:r>
              <a:rPr lang="en-US" sz="1800" b="1" kern="100" dirty="0">
                <a:solidFill>
                  <a:schemeClr val="bg1">
                    <a:lumMod val="95000"/>
                  </a:schemeClr>
                </a:solidFill>
                <a:effectLst/>
                <a:latin typeface="Times New Roman" panose="02020603050405020304" pitchFamily="18" charset="0"/>
                <a:ea typeface="Aptos" panose="020B0004020202020204" pitchFamily="34" charset="0"/>
                <a:cs typeface="Times New Roman" panose="02020603050405020304" pitchFamily="18" charset="0"/>
              </a:rPr>
              <a:t>IDE/Code Editor: Visual Studio Code.</a:t>
            </a:r>
            <a:endParaRPr lang="en-US" sz="1600" b="1" kern="100" dirty="0">
              <a:solidFill>
                <a:schemeClr val="bg1">
                  <a:lumMod val="95000"/>
                </a:schemeClr>
              </a:solidFill>
              <a:effectLst/>
              <a:latin typeface="Aptos" panose="020B0004020202020204" pitchFamily="34" charset="0"/>
              <a:ea typeface="Aptos" panose="020B0004020202020204" pitchFamily="34" charset="0"/>
              <a:cs typeface="Times New Roman" panose="02020603050405020304" pitchFamily="18" charset="0"/>
            </a:endParaRPr>
          </a:p>
          <a:p>
            <a:pPr marL="342900" lvl="0" indent="-342900">
              <a:lnSpc>
                <a:spcPct val="150000"/>
              </a:lnSpc>
              <a:buFont typeface="Symbol" panose="05050102010706020507" pitchFamily="18" charset="2"/>
              <a:buChar char=""/>
            </a:pPr>
            <a:r>
              <a:rPr lang="en-US" sz="1800" b="1" kern="100" dirty="0">
                <a:solidFill>
                  <a:schemeClr val="bg1">
                    <a:lumMod val="95000"/>
                  </a:schemeClr>
                </a:solidFill>
                <a:effectLst/>
                <a:latin typeface="Times New Roman" panose="02020603050405020304" pitchFamily="18" charset="0"/>
                <a:ea typeface="Aptos" panose="020B0004020202020204" pitchFamily="34" charset="0"/>
                <a:cs typeface="Times New Roman" panose="02020603050405020304" pitchFamily="18" charset="0"/>
              </a:rPr>
              <a:t>Database Management System: MySQL.</a:t>
            </a:r>
            <a:endParaRPr lang="en-US" sz="1600" b="1" kern="100" dirty="0">
              <a:solidFill>
                <a:schemeClr val="bg1">
                  <a:lumMod val="95000"/>
                </a:schemeClr>
              </a:solidFill>
              <a:effectLst/>
              <a:latin typeface="Aptos" panose="020B0004020202020204" pitchFamily="34" charset="0"/>
              <a:ea typeface="Aptos" panose="020B0004020202020204" pitchFamily="34" charset="0"/>
              <a:cs typeface="Times New Roman" panose="02020603050405020304" pitchFamily="18" charset="0"/>
            </a:endParaRPr>
          </a:p>
          <a:p>
            <a:pPr marL="342900" lvl="0" indent="-342900">
              <a:lnSpc>
                <a:spcPct val="150000"/>
              </a:lnSpc>
              <a:buFont typeface="Symbol" panose="05050102010706020507" pitchFamily="18" charset="2"/>
              <a:buChar char=""/>
            </a:pPr>
            <a:r>
              <a:rPr lang="en-US" sz="1800" b="1" kern="100" dirty="0">
                <a:solidFill>
                  <a:schemeClr val="bg1">
                    <a:lumMod val="95000"/>
                  </a:schemeClr>
                </a:solidFill>
                <a:effectLst/>
                <a:latin typeface="Times New Roman" panose="02020603050405020304" pitchFamily="18" charset="0"/>
                <a:ea typeface="Aptos" panose="020B0004020202020204" pitchFamily="34" charset="0"/>
                <a:cs typeface="Times New Roman" panose="02020603050405020304" pitchFamily="18" charset="0"/>
              </a:rPr>
              <a:t>API Testing: Postman.</a:t>
            </a:r>
            <a:endParaRPr lang="en-US" sz="1600" b="1" kern="100" dirty="0">
              <a:solidFill>
                <a:schemeClr val="bg1">
                  <a:lumMod val="95000"/>
                </a:schemeClr>
              </a:solidFill>
              <a:effectLst/>
              <a:latin typeface="Aptos" panose="020B0004020202020204" pitchFamily="34" charset="0"/>
              <a:ea typeface="Aptos" panose="020B0004020202020204" pitchFamily="34" charset="0"/>
              <a:cs typeface="Times New Roman" panose="02020603050405020304" pitchFamily="18" charset="0"/>
            </a:endParaRPr>
          </a:p>
          <a:p>
            <a:pPr marL="342900" lvl="0" indent="-342900">
              <a:lnSpc>
                <a:spcPct val="150000"/>
              </a:lnSpc>
              <a:buFont typeface="Symbol" panose="05050102010706020507" pitchFamily="18" charset="2"/>
              <a:buChar char=""/>
            </a:pPr>
            <a:r>
              <a:rPr lang="en-US" sz="1800" b="1" kern="100" dirty="0">
                <a:solidFill>
                  <a:schemeClr val="bg1">
                    <a:lumMod val="95000"/>
                  </a:schemeClr>
                </a:solidFill>
                <a:effectLst/>
                <a:latin typeface="Times New Roman" panose="02020603050405020304" pitchFamily="18" charset="0"/>
                <a:ea typeface="Aptos" panose="020B0004020202020204" pitchFamily="34" charset="0"/>
                <a:cs typeface="Times New Roman" panose="02020603050405020304" pitchFamily="18" charset="0"/>
              </a:rPr>
              <a:t>Version Control:  Git and GitHub/GitLab.</a:t>
            </a:r>
            <a:endParaRPr lang="en-US" sz="1600" b="1" kern="100" dirty="0">
              <a:solidFill>
                <a:schemeClr val="bg1">
                  <a:lumMod val="95000"/>
                </a:schemeClr>
              </a:solidFill>
              <a:effectLst/>
              <a:latin typeface="Aptos" panose="020B0004020202020204" pitchFamily="34" charset="0"/>
              <a:ea typeface="Aptos" panose="020B0004020202020204" pitchFamily="34" charset="0"/>
              <a:cs typeface="Times New Roman" panose="02020603050405020304" pitchFamily="18" charset="0"/>
            </a:endParaRPr>
          </a:p>
          <a:p>
            <a:pPr marL="342900" lvl="0" indent="-342900">
              <a:lnSpc>
                <a:spcPct val="150000"/>
              </a:lnSpc>
              <a:spcAft>
                <a:spcPts val="800"/>
              </a:spcAft>
              <a:buFont typeface="Symbol" panose="05050102010706020507" pitchFamily="18" charset="2"/>
              <a:buChar char=""/>
            </a:pPr>
            <a:r>
              <a:rPr lang="en-US" sz="1800" b="1" kern="100" dirty="0">
                <a:solidFill>
                  <a:schemeClr val="bg1">
                    <a:lumMod val="95000"/>
                  </a:schemeClr>
                </a:solidFill>
                <a:effectLst/>
                <a:latin typeface="Times New Roman" panose="02020603050405020304" pitchFamily="18" charset="0"/>
                <a:ea typeface="Aptos" panose="020B0004020202020204" pitchFamily="34" charset="0"/>
                <a:cs typeface="Times New Roman" panose="02020603050405020304" pitchFamily="18" charset="0"/>
              </a:rPr>
              <a:t>Design &amp; Prototyping: Figma.</a:t>
            </a:r>
            <a:endParaRPr lang="en-US" sz="1600" b="1" kern="100" dirty="0">
              <a:solidFill>
                <a:schemeClr val="bg1">
                  <a:lumMod val="95000"/>
                </a:schemeClr>
              </a:solidFill>
              <a:effectLst/>
              <a:latin typeface="Aptos" panose="020B0004020202020204" pitchFamily="34" charset="0"/>
              <a:ea typeface="Aptos" panose="020B0004020202020204" pitchFamily="34" charset="0"/>
              <a:cs typeface="Times New Roman" panose="02020603050405020304" pitchFamily="18" charset="0"/>
            </a:endParaRPr>
          </a:p>
        </p:txBody>
      </p:sp>
      <p:sp>
        <p:nvSpPr>
          <p:cNvPr id="55" name="TextBox 54">
            <a:extLst>
              <a:ext uri="{FF2B5EF4-FFF2-40B4-BE49-F238E27FC236}">
                <a16:creationId xmlns:a16="http://schemas.microsoft.com/office/drawing/2014/main" id="{741DD4A6-BBE0-994B-4145-396D3CFEB3ED}"/>
              </a:ext>
            </a:extLst>
          </p:cNvPr>
          <p:cNvSpPr txBox="1"/>
          <p:nvPr/>
        </p:nvSpPr>
        <p:spPr>
          <a:xfrm>
            <a:off x="6215122" y="3261604"/>
            <a:ext cx="6094070" cy="3061287"/>
          </a:xfrm>
          <a:prstGeom prst="rect">
            <a:avLst/>
          </a:prstGeom>
          <a:noFill/>
        </p:spPr>
        <p:txBody>
          <a:bodyPr wrap="square">
            <a:spAutoFit/>
          </a:bodyPr>
          <a:lstStyle/>
          <a:p>
            <a:pPr>
              <a:lnSpc>
                <a:spcPct val="150000"/>
              </a:lnSpc>
              <a:spcAft>
                <a:spcPts val="800"/>
              </a:spcAft>
            </a:pPr>
            <a:r>
              <a:rPr lang="en-US" sz="1800" b="1" kern="100" dirty="0">
                <a:solidFill>
                  <a:schemeClr val="bg1">
                    <a:lumMod val="95000"/>
                  </a:schemeClr>
                </a:solidFill>
                <a:effectLst/>
                <a:latin typeface="Times New Roman" panose="02020603050405020304" pitchFamily="18" charset="0"/>
                <a:ea typeface="Aptos" panose="020B0004020202020204" pitchFamily="34" charset="0"/>
                <a:cs typeface="Times New Roman" panose="02020603050405020304" pitchFamily="18" charset="0"/>
              </a:rPr>
              <a:t>Technologies:</a:t>
            </a:r>
            <a:endParaRPr lang="en-US" sz="1600" b="1" kern="100" dirty="0">
              <a:solidFill>
                <a:schemeClr val="bg1">
                  <a:lumMod val="95000"/>
                </a:schemeClr>
              </a:solidFill>
              <a:effectLst/>
              <a:latin typeface="Aptos" panose="020B0004020202020204" pitchFamily="34" charset="0"/>
              <a:ea typeface="Aptos" panose="020B0004020202020204" pitchFamily="34" charset="0"/>
              <a:cs typeface="Times New Roman" panose="02020603050405020304" pitchFamily="18" charset="0"/>
            </a:endParaRPr>
          </a:p>
          <a:p>
            <a:pPr marL="342900" lvl="0" indent="-342900">
              <a:lnSpc>
                <a:spcPct val="150000"/>
              </a:lnSpc>
              <a:buFont typeface="Symbol" panose="05050102010706020507" pitchFamily="18" charset="2"/>
              <a:buChar char=""/>
            </a:pPr>
            <a:r>
              <a:rPr lang="en-US" sz="1800" b="1" kern="100" dirty="0">
                <a:solidFill>
                  <a:schemeClr val="bg1">
                    <a:lumMod val="95000"/>
                  </a:schemeClr>
                </a:solidFill>
                <a:effectLst/>
                <a:latin typeface="Times New Roman" panose="02020603050405020304" pitchFamily="18" charset="0"/>
                <a:ea typeface="Aptos" panose="020B0004020202020204" pitchFamily="34" charset="0"/>
                <a:cs typeface="Times New Roman" panose="02020603050405020304" pitchFamily="18" charset="0"/>
              </a:rPr>
              <a:t>Frameworks: React.js (Web), React Native/Flutter (Mobile), Django/Express.js (Backend API).</a:t>
            </a:r>
            <a:endParaRPr lang="en-US" sz="1600" b="1" kern="100" dirty="0">
              <a:solidFill>
                <a:schemeClr val="bg1">
                  <a:lumMod val="95000"/>
                </a:schemeClr>
              </a:solidFill>
              <a:effectLst/>
              <a:latin typeface="Aptos" panose="020B0004020202020204" pitchFamily="34" charset="0"/>
              <a:ea typeface="Aptos" panose="020B0004020202020204" pitchFamily="34" charset="0"/>
              <a:cs typeface="Times New Roman" panose="02020603050405020304" pitchFamily="18" charset="0"/>
            </a:endParaRPr>
          </a:p>
          <a:p>
            <a:pPr marL="342900" lvl="0" indent="-342900">
              <a:lnSpc>
                <a:spcPct val="150000"/>
              </a:lnSpc>
              <a:buFont typeface="Symbol" panose="05050102010706020507" pitchFamily="18" charset="2"/>
              <a:buChar char=""/>
            </a:pPr>
            <a:r>
              <a:rPr lang="en-US" sz="1800" b="1" kern="100" dirty="0">
                <a:solidFill>
                  <a:schemeClr val="bg1">
                    <a:lumMod val="95000"/>
                  </a:schemeClr>
                </a:solidFill>
                <a:effectLst/>
                <a:latin typeface="Times New Roman" panose="02020603050405020304" pitchFamily="18" charset="0"/>
                <a:ea typeface="Aptos" panose="020B0004020202020204" pitchFamily="34" charset="0"/>
                <a:cs typeface="Times New Roman" panose="02020603050405020304" pitchFamily="18" charset="0"/>
              </a:rPr>
              <a:t>Database: PostgreSQL, SQLite (for development).</a:t>
            </a:r>
            <a:endParaRPr lang="en-US" sz="1600" b="1" kern="100" dirty="0">
              <a:solidFill>
                <a:schemeClr val="bg1">
                  <a:lumMod val="95000"/>
                </a:schemeClr>
              </a:solidFill>
              <a:effectLst/>
              <a:latin typeface="Aptos" panose="020B0004020202020204" pitchFamily="34" charset="0"/>
              <a:ea typeface="Aptos" panose="020B0004020202020204" pitchFamily="34" charset="0"/>
              <a:cs typeface="Times New Roman" panose="02020603050405020304" pitchFamily="18" charset="0"/>
            </a:endParaRPr>
          </a:p>
          <a:p>
            <a:pPr marL="342900" lvl="0" indent="-342900">
              <a:lnSpc>
                <a:spcPct val="150000"/>
              </a:lnSpc>
              <a:buFont typeface="Symbol" panose="05050102010706020507" pitchFamily="18" charset="2"/>
              <a:buChar char=""/>
            </a:pPr>
            <a:r>
              <a:rPr lang="en-US" sz="1800" b="1" kern="100" dirty="0">
                <a:solidFill>
                  <a:schemeClr val="bg1">
                    <a:lumMod val="95000"/>
                  </a:schemeClr>
                </a:solidFill>
                <a:effectLst/>
                <a:latin typeface="Times New Roman" panose="02020603050405020304" pitchFamily="18" charset="0"/>
                <a:ea typeface="Aptos" panose="020B0004020202020204" pitchFamily="34" charset="0"/>
                <a:cs typeface="Times New Roman" panose="02020603050405020304" pitchFamily="18" charset="0"/>
              </a:rPr>
              <a:t>Media Storage: </a:t>
            </a:r>
            <a:r>
              <a:rPr lang="en-US" sz="1800" b="1" kern="100" dirty="0" err="1">
                <a:solidFill>
                  <a:schemeClr val="bg1">
                    <a:lumMod val="95000"/>
                  </a:schemeClr>
                </a:solidFill>
                <a:effectLst/>
                <a:latin typeface="Times New Roman" panose="02020603050405020304" pitchFamily="18" charset="0"/>
                <a:ea typeface="Aptos" panose="020B0004020202020204" pitchFamily="34" charset="0"/>
                <a:cs typeface="Times New Roman" panose="02020603050405020304" pitchFamily="18" charset="0"/>
              </a:rPr>
              <a:t>Cloudinary</a:t>
            </a:r>
            <a:r>
              <a:rPr lang="en-US" sz="1800" b="1" kern="100" dirty="0">
                <a:solidFill>
                  <a:schemeClr val="bg1">
                    <a:lumMod val="95000"/>
                  </a:schemeClr>
                </a:solidFill>
                <a:effectLst/>
                <a:latin typeface="Times New Roman" panose="02020603050405020304" pitchFamily="18" charset="0"/>
                <a:ea typeface="Aptos" panose="020B0004020202020204" pitchFamily="34" charset="0"/>
                <a:cs typeface="Times New Roman" panose="02020603050405020304" pitchFamily="18" charset="0"/>
              </a:rPr>
              <a:t> or AWS S3.</a:t>
            </a:r>
            <a:endParaRPr lang="en-US" sz="1600" b="1" kern="100" dirty="0">
              <a:solidFill>
                <a:schemeClr val="bg1">
                  <a:lumMod val="95000"/>
                </a:schemeClr>
              </a:solidFill>
              <a:effectLst/>
              <a:latin typeface="Aptos" panose="020B0004020202020204" pitchFamily="34" charset="0"/>
              <a:ea typeface="Aptos" panose="020B0004020202020204" pitchFamily="34" charset="0"/>
              <a:cs typeface="Times New Roman" panose="02020603050405020304" pitchFamily="18" charset="0"/>
            </a:endParaRPr>
          </a:p>
          <a:p>
            <a:pPr marL="342900" lvl="0" indent="-342900">
              <a:lnSpc>
                <a:spcPct val="150000"/>
              </a:lnSpc>
              <a:spcAft>
                <a:spcPts val="800"/>
              </a:spcAft>
              <a:buFont typeface="Symbol" panose="05050102010706020507" pitchFamily="18" charset="2"/>
              <a:buChar char=""/>
            </a:pPr>
            <a:r>
              <a:rPr lang="en-US" sz="1800" b="1" kern="100" dirty="0">
                <a:solidFill>
                  <a:schemeClr val="bg1">
                    <a:lumMod val="95000"/>
                  </a:schemeClr>
                </a:solidFill>
                <a:effectLst/>
                <a:latin typeface="Times New Roman" panose="02020603050405020304" pitchFamily="18" charset="0"/>
                <a:ea typeface="Aptos" panose="020B0004020202020204" pitchFamily="34" charset="0"/>
                <a:cs typeface="Times New Roman" panose="02020603050405020304" pitchFamily="18" charset="0"/>
              </a:rPr>
              <a:t>Hosting/Cloud Platform: Heroku, Netlify, or AWS/Google Cloud/Azure.</a:t>
            </a:r>
            <a:endParaRPr lang="en-US" sz="1600" b="1" kern="100" dirty="0">
              <a:solidFill>
                <a:schemeClr val="bg1">
                  <a:lumMod val="95000"/>
                </a:schemeClr>
              </a:solidFill>
              <a:effectLst/>
              <a:latin typeface="Aptos" panose="020B0004020202020204" pitchFamily="34" charset="0"/>
              <a:ea typeface="Aptos" panose="020B0004020202020204" pitchFamily="34" charset="0"/>
              <a:cs typeface="Times New Roman" panose="02020603050405020304" pitchFamily="18" charset="0"/>
            </a:endParaRPr>
          </a:p>
        </p:txBody>
      </p:sp>
    </p:spTree>
    <p:extLst>
      <p:ext uri="{BB962C8B-B14F-4D97-AF65-F5344CB8AC3E}">
        <p14:creationId xmlns:p14="http://schemas.microsoft.com/office/powerpoint/2010/main" val="199076790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7" presetClass="entr" presetSubtype="0" fill="hold" grpId="0" nodeType="clickEffect">
                                  <p:stCondLst>
                                    <p:cond delay="0"/>
                                  </p:stCondLst>
                                  <p:childTnLst>
                                    <p:set>
                                      <p:cBhvr>
                                        <p:cTn id="6" dur="1" fill="hold">
                                          <p:stCondLst>
                                            <p:cond delay="0"/>
                                          </p:stCondLst>
                                        </p:cTn>
                                        <p:tgtEl>
                                          <p:spTgt spid="52"/>
                                        </p:tgtEl>
                                        <p:attrNameLst>
                                          <p:attrName>style.visibility</p:attrName>
                                        </p:attrNameLst>
                                      </p:cBhvr>
                                      <p:to>
                                        <p:strVal val="visible"/>
                                      </p:to>
                                    </p:set>
                                    <p:animEffect transition="in" filter="fade">
                                      <p:cBhvr>
                                        <p:cTn id="7" dur="1000"/>
                                        <p:tgtEl>
                                          <p:spTgt spid="52"/>
                                        </p:tgtEl>
                                      </p:cBhvr>
                                    </p:animEffect>
                                    <p:anim calcmode="lin" valueType="num">
                                      <p:cBhvr>
                                        <p:cTn id="8" dur="1000" fill="hold"/>
                                        <p:tgtEl>
                                          <p:spTgt spid="52"/>
                                        </p:tgtEl>
                                        <p:attrNameLst>
                                          <p:attrName>ppt_x</p:attrName>
                                        </p:attrNameLst>
                                      </p:cBhvr>
                                      <p:tavLst>
                                        <p:tav tm="0">
                                          <p:val>
                                            <p:strVal val="#ppt_x"/>
                                          </p:val>
                                        </p:tav>
                                        <p:tav tm="100000">
                                          <p:val>
                                            <p:strVal val="#ppt_x"/>
                                          </p:val>
                                        </p:tav>
                                      </p:tavLst>
                                    </p:anim>
                                    <p:anim calcmode="lin" valueType="num">
                                      <p:cBhvr>
                                        <p:cTn id="9" dur="1000" fill="hold"/>
                                        <p:tgtEl>
                                          <p:spTgt spid="52"/>
                                        </p:tgtEl>
                                        <p:attrNameLst>
                                          <p:attrName>ppt_y</p:attrName>
                                        </p:attrNameLst>
                                      </p:cBhvr>
                                      <p:tavLst>
                                        <p:tav tm="0">
                                          <p:val>
                                            <p:strVal val="#ppt_y-.1"/>
                                          </p:val>
                                        </p:tav>
                                        <p:tav tm="100000">
                                          <p:val>
                                            <p:strVal val="#ppt_y"/>
                                          </p:val>
                                        </p:tav>
                                      </p:tavLst>
                                    </p:anim>
                                  </p:childTnLst>
                                </p:cTn>
                              </p:par>
                              <p:par>
                                <p:cTn id="10" presetID="2" presetClass="entr" presetSubtype="4" fill="hold" grpId="0" nodeType="withEffect">
                                  <p:stCondLst>
                                    <p:cond delay="0"/>
                                  </p:stCondLst>
                                  <p:childTnLst>
                                    <p:set>
                                      <p:cBhvr>
                                        <p:cTn id="11" dur="1" fill="hold">
                                          <p:stCondLst>
                                            <p:cond delay="0"/>
                                          </p:stCondLst>
                                        </p:cTn>
                                        <p:tgtEl>
                                          <p:spTgt spid="55"/>
                                        </p:tgtEl>
                                        <p:attrNameLst>
                                          <p:attrName>style.visibility</p:attrName>
                                        </p:attrNameLst>
                                      </p:cBhvr>
                                      <p:to>
                                        <p:strVal val="visible"/>
                                      </p:to>
                                    </p:set>
                                    <p:anim calcmode="lin" valueType="num">
                                      <p:cBhvr additive="base">
                                        <p:cTn id="12" dur="1000" fill="hold"/>
                                        <p:tgtEl>
                                          <p:spTgt spid="55"/>
                                        </p:tgtEl>
                                        <p:attrNameLst>
                                          <p:attrName>ppt_x</p:attrName>
                                        </p:attrNameLst>
                                      </p:cBhvr>
                                      <p:tavLst>
                                        <p:tav tm="0">
                                          <p:val>
                                            <p:strVal val="#ppt_x"/>
                                          </p:val>
                                        </p:tav>
                                        <p:tav tm="100000">
                                          <p:val>
                                            <p:strVal val="#ppt_x"/>
                                          </p:val>
                                        </p:tav>
                                      </p:tavLst>
                                    </p:anim>
                                    <p:anim calcmode="lin" valueType="num">
                                      <p:cBhvr additive="base">
                                        <p:cTn id="13" dur="1000" fill="hold"/>
                                        <p:tgtEl>
                                          <p:spTgt spid="55"/>
                                        </p:tgtEl>
                                        <p:attrNameLst>
                                          <p:attrName>ppt_y</p:attrName>
                                        </p:attrNameLst>
                                      </p:cBhvr>
                                      <p:tavLst>
                                        <p:tav tm="0">
                                          <p:val>
                                            <p:strVal val="1+#ppt_h/2"/>
                                          </p:val>
                                        </p:tav>
                                        <p:tav tm="100000">
                                          <p:val>
                                            <p:strVal val="#ppt_y"/>
                                          </p:val>
                                        </p:tav>
                                      </p:tavLst>
                                    </p:anim>
                                  </p:childTnLst>
                                </p:cTn>
                              </p:par>
                              <p:par>
                                <p:cTn id="14" presetID="2" presetClass="entr" presetSubtype="4" fill="hold" grpId="0" nodeType="withEffect">
                                  <p:stCondLst>
                                    <p:cond delay="0"/>
                                  </p:stCondLst>
                                  <p:childTnLst>
                                    <p:set>
                                      <p:cBhvr>
                                        <p:cTn id="15" dur="1" fill="hold">
                                          <p:stCondLst>
                                            <p:cond delay="0"/>
                                          </p:stCondLst>
                                        </p:cTn>
                                        <p:tgtEl>
                                          <p:spTgt spid="49"/>
                                        </p:tgtEl>
                                        <p:attrNameLst>
                                          <p:attrName>style.visibility</p:attrName>
                                        </p:attrNameLst>
                                      </p:cBhvr>
                                      <p:to>
                                        <p:strVal val="visible"/>
                                      </p:to>
                                    </p:set>
                                    <p:anim calcmode="lin" valueType="num">
                                      <p:cBhvr additive="base">
                                        <p:cTn id="16" dur="1000" fill="hold"/>
                                        <p:tgtEl>
                                          <p:spTgt spid="49"/>
                                        </p:tgtEl>
                                        <p:attrNameLst>
                                          <p:attrName>ppt_x</p:attrName>
                                        </p:attrNameLst>
                                      </p:cBhvr>
                                      <p:tavLst>
                                        <p:tav tm="0">
                                          <p:val>
                                            <p:strVal val="#ppt_x"/>
                                          </p:val>
                                        </p:tav>
                                        <p:tav tm="100000">
                                          <p:val>
                                            <p:strVal val="#ppt_x"/>
                                          </p:val>
                                        </p:tav>
                                      </p:tavLst>
                                    </p:anim>
                                    <p:anim calcmode="lin" valueType="num">
                                      <p:cBhvr additive="base">
                                        <p:cTn id="17" dur="1000" fill="hold"/>
                                        <p:tgtEl>
                                          <p:spTgt spid="49"/>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9" grpId="0"/>
      <p:bldP spid="52" grpId="0"/>
      <p:bldP spid="55" grpId="0"/>
    </p:bldLst>
  </p:timing>
</p:sld>
</file>

<file path=ppt/slides/slide7.xml><?xml version="1.0" encoding="utf-8"?>
<p:sld xmlns:a="http://schemas.openxmlformats.org/drawingml/2006/main" xmlns:r="http://schemas.openxmlformats.org/officeDocument/2006/relationships" xmlns:p="http://schemas.openxmlformats.org/presentationml/2006/main">
  <p:cSld>
    <p:bg>
      <p:bgPr>
        <a:solidFill>
          <a:schemeClr val="accent2">
            <a:lumMod val="75000"/>
          </a:schemeClr>
        </a:solidFill>
        <a:effectLst/>
      </p:bgPr>
    </p:bg>
    <p:spTree>
      <p:nvGrpSpPr>
        <p:cNvPr id="1" name=""/>
        <p:cNvGrpSpPr/>
        <p:nvPr/>
      </p:nvGrpSpPr>
      <p:grpSpPr>
        <a:xfrm>
          <a:off x="0" y="0"/>
          <a:ext cx="0" cy="0"/>
          <a:chOff x="0" y="0"/>
          <a:chExt cx="0" cy="0"/>
        </a:xfrm>
      </p:grpSpPr>
      <p:sp>
        <p:nvSpPr>
          <p:cNvPr id="57" name="TextBox 56">
            <a:extLst>
              <a:ext uri="{FF2B5EF4-FFF2-40B4-BE49-F238E27FC236}">
                <a16:creationId xmlns:a16="http://schemas.microsoft.com/office/drawing/2014/main" id="{5D684DE5-663E-FF62-1E28-99943AEE6020}"/>
              </a:ext>
            </a:extLst>
          </p:cNvPr>
          <p:cNvSpPr txBox="1"/>
          <p:nvPr/>
        </p:nvSpPr>
        <p:spPr>
          <a:xfrm>
            <a:off x="317840" y="106654"/>
            <a:ext cx="6128794" cy="830997"/>
          </a:xfrm>
          <a:prstGeom prst="rect">
            <a:avLst/>
          </a:prstGeom>
          <a:noFill/>
        </p:spPr>
        <p:txBody>
          <a:bodyPr wrap="square">
            <a:spAutoFit/>
          </a:bodyPr>
          <a:lstStyle/>
          <a:p>
            <a:r>
              <a:rPr lang="en-US" sz="4800" b="1" dirty="0">
                <a:solidFill>
                  <a:schemeClr val="bg1">
                    <a:lumMod val="95000"/>
                  </a:schemeClr>
                </a:solidFill>
                <a:latin typeface="Arial Black" panose="020B0A04020102020204" pitchFamily="34" charset="0"/>
              </a:rPr>
              <a:t>Modules</a:t>
            </a:r>
            <a:endParaRPr lang="en-US" sz="4800" dirty="0">
              <a:solidFill>
                <a:schemeClr val="bg1">
                  <a:lumMod val="95000"/>
                </a:schemeClr>
              </a:solidFill>
              <a:latin typeface="Arial Black" panose="020B0A04020102020204" pitchFamily="34" charset="0"/>
            </a:endParaRPr>
          </a:p>
        </p:txBody>
      </p:sp>
      <p:sp>
        <p:nvSpPr>
          <p:cNvPr id="24" name="Text Placeholder 23">
            <a:extLst>
              <a:ext uri="{FF2B5EF4-FFF2-40B4-BE49-F238E27FC236}">
                <a16:creationId xmlns:a16="http://schemas.microsoft.com/office/drawing/2014/main" id="{C9A6D42B-64DA-B5A9-59C6-43FB9299AE41}"/>
              </a:ext>
            </a:extLst>
          </p:cNvPr>
          <p:cNvSpPr>
            <a:spLocks noGrp="1"/>
          </p:cNvSpPr>
          <p:nvPr>
            <p:ph type="body" sz="half" idx="12"/>
          </p:nvPr>
        </p:nvSpPr>
        <p:spPr>
          <a:xfrm>
            <a:off x="0" y="801511"/>
            <a:ext cx="12192000" cy="6056489"/>
          </a:xfrm>
        </p:spPr>
        <p:txBody>
          <a:bodyPr/>
          <a:lstStyle/>
          <a:p>
            <a:r>
              <a:rPr lang="en-US" sz="1300" b="1" dirty="0">
                <a:latin typeface="Times New Roman" panose="02020603050405020304" pitchFamily="18" charset="0"/>
                <a:cs typeface="Times New Roman" panose="02020603050405020304" pitchFamily="18" charset="0"/>
              </a:rPr>
              <a:t>Module 1: User Onboarding &amp; Profile Module</a:t>
            </a:r>
            <a:endParaRPr lang="en-US" sz="1300" dirty="0">
              <a:latin typeface="Times New Roman" panose="02020603050405020304" pitchFamily="18" charset="0"/>
              <a:cs typeface="Times New Roman" panose="02020603050405020304" pitchFamily="18" charset="0"/>
            </a:endParaRPr>
          </a:p>
          <a:p>
            <a:r>
              <a:rPr lang="en-US" sz="1300" b="1" dirty="0">
                <a:latin typeface="Times New Roman" panose="02020603050405020304" pitchFamily="18" charset="0"/>
                <a:cs typeface="Times New Roman" panose="02020603050405020304" pitchFamily="18" charset="0"/>
              </a:rPr>
              <a:t>How it Works:</a:t>
            </a:r>
            <a:r>
              <a:rPr lang="en-US" sz="1300" dirty="0">
                <a:latin typeface="Times New Roman" panose="02020603050405020304" pitchFamily="18" charset="0"/>
                <a:cs typeface="Times New Roman" panose="02020603050405020304" pitchFamily="18" charset="0"/>
              </a:rPr>
              <a:t> A new user downloads the app or visits the website. They can browse public recipes without an account, but to save favorites or submit recipes, they must register.</a:t>
            </a:r>
          </a:p>
          <a:p>
            <a:r>
              <a:rPr lang="en-US" sz="1300" b="1" dirty="0">
                <a:latin typeface="Times New Roman" panose="02020603050405020304" pitchFamily="18" charset="0"/>
                <a:cs typeface="Times New Roman" panose="02020603050405020304" pitchFamily="18" charset="0"/>
              </a:rPr>
              <a:t>Process:</a:t>
            </a:r>
            <a:endParaRPr lang="en-US" sz="1300" dirty="0">
              <a:latin typeface="Times New Roman" panose="02020603050405020304" pitchFamily="18" charset="0"/>
              <a:cs typeface="Times New Roman" panose="02020603050405020304" pitchFamily="18" charset="0"/>
            </a:endParaRPr>
          </a:p>
          <a:p>
            <a:pPr lvl="1"/>
            <a:r>
              <a:rPr lang="en-US" sz="1300" dirty="0">
                <a:latin typeface="Times New Roman" panose="02020603050405020304" pitchFamily="18" charset="0"/>
                <a:cs typeface="Times New Roman" panose="02020603050405020304" pitchFamily="18" charset="0"/>
              </a:rPr>
              <a:t>User clicks "Sign Up" and enters their email/username and password, or uses a social login (Google/Facebook).</a:t>
            </a:r>
          </a:p>
          <a:p>
            <a:pPr lvl="1"/>
            <a:r>
              <a:rPr lang="en-US" sz="1300" dirty="0">
                <a:latin typeface="Times New Roman" panose="02020603050405020304" pitchFamily="18" charset="0"/>
                <a:cs typeface="Times New Roman" panose="02020603050405020304" pitchFamily="18" charset="0"/>
              </a:rPr>
              <a:t>The </a:t>
            </a:r>
            <a:r>
              <a:rPr lang="en-US" sz="1300" b="1" dirty="0">
                <a:latin typeface="Times New Roman" panose="02020603050405020304" pitchFamily="18" charset="0"/>
                <a:cs typeface="Times New Roman" panose="02020603050405020304" pitchFamily="18" charset="0"/>
              </a:rPr>
              <a:t>User Management Module</a:t>
            </a:r>
            <a:r>
              <a:rPr lang="en-US" sz="1300" dirty="0">
                <a:latin typeface="Times New Roman" panose="02020603050405020304" pitchFamily="18" charset="0"/>
                <a:cs typeface="Times New Roman" panose="02020603050405020304" pitchFamily="18" charset="0"/>
              </a:rPr>
              <a:t> in the backend validates the information, checks for duplicates, and securely stores the new user's credentials in the </a:t>
            </a:r>
            <a:r>
              <a:rPr lang="en-US" sz="1300" b="1" dirty="0">
                <a:latin typeface="Times New Roman" panose="02020603050405020304" pitchFamily="18" charset="0"/>
                <a:cs typeface="Times New Roman" panose="02020603050405020304" pitchFamily="18" charset="0"/>
              </a:rPr>
              <a:t>Database</a:t>
            </a:r>
            <a:r>
              <a:rPr lang="en-US" sz="1300" dirty="0">
                <a:latin typeface="Times New Roman" panose="02020603050405020304" pitchFamily="18" charset="0"/>
                <a:cs typeface="Times New Roman" panose="02020603050405020304" pitchFamily="18" charset="0"/>
              </a:rPr>
              <a:t>.</a:t>
            </a:r>
          </a:p>
          <a:p>
            <a:pPr lvl="1"/>
            <a:r>
              <a:rPr lang="en-US" sz="1300" dirty="0">
                <a:latin typeface="Times New Roman" panose="02020603050405020304" pitchFamily="18" charset="0"/>
                <a:cs typeface="Times New Roman" panose="02020603050405020304" pitchFamily="18" charset="0"/>
              </a:rPr>
              <a:t>Upon successful login, a session token is created and sent back to the client, allowing the user to stay logged in and access personalized features.</a:t>
            </a:r>
          </a:p>
          <a:p>
            <a:r>
              <a:rPr lang="en-US" sz="1300" b="1" dirty="0">
                <a:latin typeface="Times New Roman" panose="02020603050405020304" pitchFamily="18" charset="0"/>
                <a:cs typeface="Times New Roman" panose="02020603050405020304" pitchFamily="18" charset="0"/>
              </a:rPr>
              <a:t>Module 2: Browse &amp; Discover Module</a:t>
            </a:r>
            <a:endParaRPr lang="en-US" sz="1300" dirty="0">
              <a:latin typeface="Times New Roman" panose="02020603050405020304" pitchFamily="18" charset="0"/>
              <a:cs typeface="Times New Roman" panose="02020603050405020304" pitchFamily="18" charset="0"/>
            </a:endParaRPr>
          </a:p>
          <a:p>
            <a:r>
              <a:rPr lang="en-US" sz="1300" b="1" dirty="0">
                <a:latin typeface="Times New Roman" panose="02020603050405020304" pitchFamily="18" charset="0"/>
                <a:cs typeface="Times New Roman" panose="02020603050405020304" pitchFamily="18" charset="0"/>
              </a:rPr>
              <a:t>How it Works:</a:t>
            </a:r>
            <a:r>
              <a:rPr lang="en-US" sz="1300" dirty="0">
                <a:latin typeface="Times New Roman" panose="02020603050405020304" pitchFamily="18" charset="0"/>
                <a:cs typeface="Times New Roman" panose="02020603050405020304" pitchFamily="18" charset="0"/>
              </a:rPr>
              <a:t> This is the main interface for users to explore the collection of recipes.</a:t>
            </a:r>
          </a:p>
          <a:p>
            <a:r>
              <a:rPr lang="en-US" sz="1300" b="1" dirty="0">
                <a:latin typeface="Times New Roman" panose="02020603050405020304" pitchFamily="18" charset="0"/>
                <a:cs typeface="Times New Roman" panose="02020603050405020304" pitchFamily="18" charset="0"/>
              </a:rPr>
              <a:t>Process:</a:t>
            </a:r>
            <a:endParaRPr lang="en-US" sz="1300" dirty="0">
              <a:latin typeface="Times New Roman" panose="02020603050405020304" pitchFamily="18" charset="0"/>
              <a:cs typeface="Times New Roman" panose="02020603050405020304" pitchFamily="18" charset="0"/>
            </a:endParaRPr>
          </a:p>
          <a:p>
            <a:pPr lvl="1"/>
            <a:r>
              <a:rPr lang="en-US" sz="1300" dirty="0">
                <a:latin typeface="Times New Roman" panose="02020603050405020304" pitchFamily="18" charset="0"/>
                <a:cs typeface="Times New Roman" panose="02020603050405020304" pitchFamily="18" charset="0"/>
              </a:rPr>
              <a:t>On the home screen, the client app sends a request to the </a:t>
            </a:r>
            <a:r>
              <a:rPr lang="en-US" sz="1300" dirty="0" err="1">
                <a:latin typeface="Times New Roman" panose="02020603050405020304" pitchFamily="18" charset="0"/>
                <a:cs typeface="Times New Roman" panose="02020603050405020304" pitchFamily="18" charset="0"/>
              </a:rPr>
              <a:t>backend's</a:t>
            </a:r>
            <a:r>
              <a:rPr lang="en-US" sz="1300" dirty="0">
                <a:latin typeface="Times New Roman" panose="02020603050405020304" pitchFamily="18" charset="0"/>
                <a:cs typeface="Times New Roman" panose="02020603050405020304" pitchFamily="18" charset="0"/>
              </a:rPr>
              <a:t> </a:t>
            </a:r>
            <a:r>
              <a:rPr lang="en-US" sz="1300" b="1" dirty="0">
                <a:latin typeface="Times New Roman" panose="02020603050405020304" pitchFamily="18" charset="0"/>
                <a:cs typeface="Times New Roman" panose="02020603050405020304" pitchFamily="18" charset="0"/>
              </a:rPr>
              <a:t>Recipe Management Module</a:t>
            </a:r>
            <a:r>
              <a:rPr lang="en-US" sz="1300" dirty="0">
                <a:latin typeface="Times New Roman" panose="02020603050405020304" pitchFamily="18" charset="0"/>
                <a:cs typeface="Times New Roman" panose="02020603050405020304" pitchFamily="18" charset="0"/>
              </a:rPr>
              <a:t> via the API Gateway.</a:t>
            </a:r>
          </a:p>
          <a:p>
            <a:pPr lvl="1"/>
            <a:r>
              <a:rPr lang="en-US" sz="1300" dirty="0">
                <a:latin typeface="Times New Roman" panose="02020603050405020304" pitchFamily="18" charset="0"/>
                <a:cs typeface="Times New Roman" panose="02020603050405020304" pitchFamily="18" charset="0"/>
              </a:rPr>
              <a:t>The module queries the </a:t>
            </a:r>
            <a:r>
              <a:rPr lang="en-US" sz="1300" b="1" dirty="0">
                <a:latin typeface="Times New Roman" panose="02020603050405020304" pitchFamily="18" charset="0"/>
                <a:cs typeface="Times New Roman" panose="02020603050405020304" pitchFamily="18" charset="0"/>
              </a:rPr>
              <a:t>Database</a:t>
            </a:r>
            <a:r>
              <a:rPr lang="en-US" sz="1300" dirty="0">
                <a:latin typeface="Times New Roman" panose="02020603050405020304" pitchFamily="18" charset="0"/>
                <a:cs typeface="Times New Roman" panose="02020603050405020304" pitchFamily="18" charset="0"/>
              </a:rPr>
              <a:t> for a list of recipes, often applying default sorting (e.g., by popularity, newest, or randomly for discovery).</a:t>
            </a:r>
          </a:p>
          <a:p>
            <a:pPr lvl="1"/>
            <a:r>
              <a:rPr lang="en-US" sz="1300" dirty="0">
                <a:latin typeface="Times New Roman" panose="02020603050405020304" pitchFamily="18" charset="0"/>
                <a:cs typeface="Times New Roman" panose="02020603050405020304" pitchFamily="18" charset="0"/>
              </a:rPr>
              <a:t>It also fetches category tags (e.g., "Breakfast”) and their associated counts.</a:t>
            </a:r>
          </a:p>
          <a:p>
            <a:pPr lvl="1"/>
            <a:r>
              <a:rPr lang="en-US" sz="1300" dirty="0">
                <a:latin typeface="Times New Roman" panose="02020603050405020304" pitchFamily="18" charset="0"/>
                <a:cs typeface="Times New Roman" panose="02020603050405020304" pitchFamily="18" charset="0"/>
              </a:rPr>
              <a:t>The backend packages this data and sends it back. The client app then displays recipe cards with images, titles, and brief descriptions, along with category filters for easy navigation.</a:t>
            </a:r>
          </a:p>
          <a:p>
            <a:r>
              <a:rPr lang="en-US" sz="1300" b="1" dirty="0">
                <a:latin typeface="Times New Roman" panose="02020603050405020304" pitchFamily="18" charset="0"/>
                <a:cs typeface="Times New Roman" panose="02020603050405020304" pitchFamily="18" charset="0"/>
              </a:rPr>
              <a:t>Module 3: Recipe Detail &amp; Step-by-Step Guide Module</a:t>
            </a:r>
            <a:endParaRPr lang="en-US" sz="1300" dirty="0">
              <a:latin typeface="Times New Roman" panose="02020603050405020304" pitchFamily="18" charset="0"/>
              <a:cs typeface="Times New Roman" panose="02020603050405020304" pitchFamily="18" charset="0"/>
            </a:endParaRPr>
          </a:p>
          <a:p>
            <a:r>
              <a:rPr lang="en-US" sz="1300" b="1" dirty="0">
                <a:latin typeface="Times New Roman" panose="02020603050405020304" pitchFamily="18" charset="0"/>
                <a:cs typeface="Times New Roman" panose="02020603050405020304" pitchFamily="18" charset="0"/>
              </a:rPr>
              <a:t>How it Works:</a:t>
            </a:r>
            <a:r>
              <a:rPr lang="en-US" sz="1300" dirty="0">
                <a:latin typeface="Times New Roman" panose="02020603050405020304" pitchFamily="18" charset="0"/>
                <a:cs typeface="Times New Roman" panose="02020603050405020304" pitchFamily="18" charset="0"/>
              </a:rPr>
              <a:t> When a user clicks on a specific recipe, they are taken to a detailed view that guides them through the cooking process.</a:t>
            </a:r>
          </a:p>
          <a:p>
            <a:r>
              <a:rPr lang="en-US" sz="1300" b="1" dirty="0">
                <a:latin typeface="Times New Roman" panose="02020603050405020304" pitchFamily="18" charset="0"/>
                <a:cs typeface="Times New Roman" panose="02020603050405020304" pitchFamily="18" charset="0"/>
              </a:rPr>
              <a:t>Process:</a:t>
            </a:r>
            <a:endParaRPr lang="en-US" sz="1300" dirty="0">
              <a:latin typeface="Times New Roman" panose="02020603050405020304" pitchFamily="18" charset="0"/>
              <a:cs typeface="Times New Roman" panose="02020603050405020304" pitchFamily="18" charset="0"/>
            </a:endParaRPr>
          </a:p>
          <a:p>
            <a:pPr lvl="1"/>
            <a:r>
              <a:rPr lang="en-US" sz="1300" dirty="0">
                <a:latin typeface="Times New Roman" panose="02020603050405020304" pitchFamily="18" charset="0"/>
                <a:cs typeface="Times New Roman" panose="02020603050405020304" pitchFamily="18" charset="0"/>
              </a:rPr>
              <a:t>The client sends a request for a specific recipe ID to the </a:t>
            </a:r>
            <a:r>
              <a:rPr lang="en-US" sz="1300" b="1" dirty="0">
                <a:latin typeface="Times New Roman" panose="02020603050405020304" pitchFamily="18" charset="0"/>
                <a:cs typeface="Times New Roman" panose="02020603050405020304" pitchFamily="18" charset="0"/>
              </a:rPr>
              <a:t>Recipe Management Module</a:t>
            </a:r>
            <a:r>
              <a:rPr lang="en-US" sz="1300" dirty="0">
                <a:latin typeface="Times New Roman" panose="02020603050405020304" pitchFamily="18" charset="0"/>
                <a:cs typeface="Times New Roman" panose="02020603050405020304" pitchFamily="18" charset="0"/>
              </a:rPr>
              <a:t>.</a:t>
            </a:r>
          </a:p>
          <a:p>
            <a:pPr lvl="1"/>
            <a:r>
              <a:rPr lang="en-US" sz="1300" dirty="0">
                <a:latin typeface="Times New Roman" panose="02020603050405020304" pitchFamily="18" charset="0"/>
                <a:cs typeface="Times New Roman" panose="02020603050405020304" pitchFamily="18" charset="0"/>
              </a:rPr>
              <a:t>This module retrieves the detailed text data for the recipe from the </a:t>
            </a:r>
            <a:r>
              <a:rPr lang="en-US" sz="1300" b="1" dirty="0">
                <a:latin typeface="Times New Roman" panose="02020603050405020304" pitchFamily="18" charset="0"/>
                <a:cs typeface="Times New Roman" panose="02020603050405020304" pitchFamily="18" charset="0"/>
              </a:rPr>
              <a:t>Database</a:t>
            </a:r>
            <a:r>
              <a:rPr lang="en-US" sz="1300" dirty="0">
                <a:latin typeface="Times New Roman" panose="02020603050405020304" pitchFamily="18" charset="0"/>
                <a:cs typeface="Times New Roman" panose="02020603050405020304" pitchFamily="18" charset="0"/>
              </a:rPr>
              <a:t>, including the full ingredient list (with quantities) and numbered preparation steps.</a:t>
            </a:r>
          </a:p>
          <a:p>
            <a:pPr lvl="1"/>
            <a:r>
              <a:rPr lang="en-US" sz="1300" dirty="0">
                <a:latin typeface="Times New Roman" panose="02020603050405020304" pitchFamily="18" charset="0"/>
                <a:cs typeface="Times New Roman" panose="02020603050405020304" pitchFamily="18" charset="0"/>
              </a:rPr>
              <a:t>Simultaneously, it retrieves URLs for the associated high-quality images and any instructional videos from the </a:t>
            </a:r>
            <a:r>
              <a:rPr lang="en-US" sz="1300" b="1" dirty="0">
                <a:latin typeface="Times New Roman" panose="02020603050405020304" pitchFamily="18" charset="0"/>
                <a:cs typeface="Times New Roman" panose="02020603050405020304" pitchFamily="18" charset="0"/>
              </a:rPr>
              <a:t>Media Storage</a:t>
            </a:r>
            <a:r>
              <a:rPr lang="en-US" sz="1300" dirty="0">
                <a:latin typeface="Times New Roman" panose="02020603050405020304" pitchFamily="18" charset="0"/>
                <a:cs typeface="Times New Roman" panose="02020603050405020304" pitchFamily="18" charset="0"/>
              </a:rPr>
              <a:t> service.</a:t>
            </a:r>
          </a:p>
          <a:p>
            <a:pPr lvl="1"/>
            <a:r>
              <a:rPr lang="en-US" sz="1300" dirty="0">
                <a:latin typeface="Times New Roman" panose="02020603050405020304" pitchFamily="18" charset="0"/>
                <a:cs typeface="Times New Roman" panose="02020603050405020304" pitchFamily="18" charset="0"/>
              </a:rPr>
              <a:t>The client receives all this information and displays it in a clean, organized layout. Ingredients are listed, and the steps are presented in a sequential, easy-to-follow manner, possibly with a "cooking mode" that keeps the screen awake.</a:t>
            </a:r>
          </a:p>
          <a:p>
            <a:r>
              <a:rPr lang="en-US" sz="1300" b="1" dirty="0">
                <a:latin typeface="Times New Roman" panose="02020603050405020304" pitchFamily="18" charset="0"/>
                <a:cs typeface="Times New Roman" panose="02020603050405020304" pitchFamily="18" charset="0"/>
              </a:rPr>
              <a:t>Module 4: Search Module</a:t>
            </a:r>
            <a:endParaRPr lang="en-US" sz="1300" dirty="0">
              <a:latin typeface="Times New Roman" panose="02020603050405020304" pitchFamily="18" charset="0"/>
              <a:cs typeface="Times New Roman" panose="02020603050405020304" pitchFamily="18" charset="0"/>
            </a:endParaRPr>
          </a:p>
          <a:p>
            <a:r>
              <a:rPr lang="en-US" sz="1300" b="1" dirty="0">
                <a:latin typeface="Times New Roman" panose="02020603050405020304" pitchFamily="18" charset="0"/>
                <a:cs typeface="Times New Roman" panose="02020603050405020304" pitchFamily="18" charset="0"/>
              </a:rPr>
              <a:t>How it Works:</a:t>
            </a:r>
            <a:r>
              <a:rPr lang="en-US" sz="1300" dirty="0">
                <a:latin typeface="Times New Roman" panose="02020603050405020304" pitchFamily="18" charset="0"/>
                <a:cs typeface="Times New Roman" panose="02020603050405020304" pitchFamily="18" charset="0"/>
              </a:rPr>
              <a:t> This module allows users to find specific recipes based on their queries.</a:t>
            </a:r>
          </a:p>
          <a:p>
            <a:r>
              <a:rPr lang="en-US" sz="1300" b="1" dirty="0">
                <a:latin typeface="Times New Roman" panose="02020603050405020304" pitchFamily="18" charset="0"/>
                <a:cs typeface="Times New Roman" panose="02020603050405020304" pitchFamily="18" charset="0"/>
              </a:rPr>
              <a:t>Process:</a:t>
            </a:r>
            <a:endParaRPr lang="en-US" sz="1300" dirty="0">
              <a:latin typeface="Times New Roman" panose="02020603050405020304" pitchFamily="18" charset="0"/>
              <a:cs typeface="Times New Roman" panose="02020603050405020304" pitchFamily="18" charset="0"/>
            </a:endParaRPr>
          </a:p>
          <a:p>
            <a:pPr lvl="1"/>
            <a:r>
              <a:rPr lang="en-US" sz="1300" dirty="0">
                <a:latin typeface="Times New Roman" panose="02020603050405020304" pitchFamily="18" charset="0"/>
                <a:cs typeface="Times New Roman" panose="02020603050405020304" pitchFamily="18" charset="0"/>
              </a:rPr>
              <a:t>The user types a search term into the search bar (e.g., "peanut stew").</a:t>
            </a:r>
          </a:p>
          <a:p>
            <a:pPr lvl="1"/>
            <a:r>
              <a:rPr lang="en-US" sz="1300" dirty="0">
                <a:latin typeface="Times New Roman" panose="02020603050405020304" pitchFamily="18" charset="0"/>
                <a:cs typeface="Times New Roman" panose="02020603050405020304" pitchFamily="18" charset="0"/>
              </a:rPr>
              <a:t>The client sends this query to the </a:t>
            </a:r>
            <a:r>
              <a:rPr lang="en-US" sz="1300" dirty="0" err="1">
                <a:latin typeface="Times New Roman" panose="02020603050405020304" pitchFamily="18" charset="0"/>
                <a:cs typeface="Times New Roman" panose="02020603050405020304" pitchFamily="18" charset="0"/>
              </a:rPr>
              <a:t>backend's</a:t>
            </a:r>
            <a:r>
              <a:rPr lang="en-US" sz="1300" dirty="0">
                <a:latin typeface="Times New Roman" panose="02020603050405020304" pitchFamily="18" charset="0"/>
                <a:cs typeface="Times New Roman" panose="02020603050405020304" pitchFamily="18" charset="0"/>
              </a:rPr>
              <a:t> </a:t>
            </a:r>
            <a:r>
              <a:rPr lang="en-US" sz="1300" b="1" dirty="0">
                <a:latin typeface="Times New Roman" panose="02020603050405020304" pitchFamily="18" charset="0"/>
                <a:cs typeface="Times New Roman" panose="02020603050405020304" pitchFamily="18" charset="0"/>
              </a:rPr>
              <a:t>Search Module</a:t>
            </a:r>
            <a:r>
              <a:rPr lang="en-US" sz="1300" dirty="0">
                <a:latin typeface="Times New Roman" panose="02020603050405020304" pitchFamily="18" charset="0"/>
                <a:cs typeface="Times New Roman" panose="02020603050405020304" pitchFamily="18" charset="0"/>
              </a:rPr>
              <a:t>.</a:t>
            </a:r>
          </a:p>
          <a:p>
            <a:pPr lvl="1"/>
            <a:r>
              <a:rPr lang="en-US" sz="1300" dirty="0">
                <a:latin typeface="Times New Roman" panose="02020603050405020304" pitchFamily="18" charset="0"/>
                <a:cs typeface="Times New Roman" panose="02020603050405020304" pitchFamily="18" charset="0"/>
              </a:rPr>
              <a:t>The Search Module performs a text search across relevant fields in the </a:t>
            </a:r>
            <a:r>
              <a:rPr lang="en-US" sz="1300" b="1" dirty="0">
                <a:latin typeface="Times New Roman" panose="02020603050405020304" pitchFamily="18" charset="0"/>
                <a:cs typeface="Times New Roman" panose="02020603050405020304" pitchFamily="18" charset="0"/>
              </a:rPr>
              <a:t>Database</a:t>
            </a:r>
            <a:r>
              <a:rPr lang="en-US" sz="1300" dirty="0">
                <a:latin typeface="Times New Roman" panose="02020603050405020304" pitchFamily="18" charset="0"/>
                <a:cs typeface="Times New Roman" panose="02020603050405020304" pitchFamily="18" charset="0"/>
              </a:rPr>
              <a:t>, such as recipe titles, ingredient names, and description text. More advanced searches could use tags like "Main Dish" or "Vegetarian."</a:t>
            </a:r>
          </a:p>
          <a:p>
            <a:pPr lvl="1"/>
            <a:r>
              <a:rPr lang="en-US" sz="1300" dirty="0">
                <a:latin typeface="Times New Roman" panose="02020603050405020304" pitchFamily="18" charset="0"/>
                <a:cs typeface="Times New Roman" panose="02020603050405020304" pitchFamily="18" charset="0"/>
              </a:rPr>
              <a:t>The module returns a list of matching recipes. The client then displays these results, often highlighting why the recipe matched (e.g., "Matched ingredient: Peanut")</a:t>
            </a:r>
          </a:p>
          <a:p>
            <a:pPr marL="0" indent="0">
              <a:buNone/>
            </a:pPr>
            <a:endParaRPr lang="en-US" sz="13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600927881"/>
      </p:ext>
    </p:extLst>
  </p:cSld>
  <p:clrMapOvr>
    <a:masterClrMapping/>
  </p:clrMapOvr>
</p:sld>
</file>

<file path=ppt/theme/theme1.xml><?xml version="1.0" encoding="utf-8"?>
<a:theme xmlns:a="http://schemas.openxmlformats.org/drawingml/2006/main" name="Recipe Book">
  <a:themeElements>
    <a:clrScheme name="Recipe Book">
      <a:dk1>
        <a:srgbClr val="000000"/>
      </a:dk1>
      <a:lt1>
        <a:srgbClr val="FFFFFF"/>
      </a:lt1>
      <a:dk2>
        <a:srgbClr val="533103"/>
      </a:dk2>
      <a:lt2>
        <a:srgbClr val="EFEDEB"/>
      </a:lt2>
      <a:accent1>
        <a:srgbClr val="803386"/>
      </a:accent1>
      <a:accent2>
        <a:srgbClr val="506601"/>
      </a:accent2>
      <a:accent3>
        <a:srgbClr val="CCD737"/>
      </a:accent3>
      <a:accent4>
        <a:srgbClr val="FEB02E"/>
      </a:accent4>
      <a:accent5>
        <a:srgbClr val="D9386C"/>
      </a:accent5>
      <a:accent6>
        <a:srgbClr val="BA5506"/>
      </a:accent6>
      <a:hlink>
        <a:srgbClr val="467886"/>
      </a:hlink>
      <a:folHlink>
        <a:srgbClr val="96607D"/>
      </a:folHlink>
    </a:clrScheme>
    <a:fontScheme name="Custom 30">
      <a:majorFont>
        <a:latin typeface="Avenir Next LT Pro"/>
        <a:ea typeface=""/>
        <a:cs typeface=""/>
      </a:majorFont>
      <a:minorFont>
        <a:latin typeface="Franklin Gothic Book"/>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TM89533498_Win32_SL_V4" id="{7EC56A2A-540B-489A-B065-A4FCC872C513}" vid="{64210924-CB36-4598-9073-6E797898227C}"/>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cument" ma:contentTypeID="0x01010079F111ED35F8CC479449609E8A0923A6" ma:contentTypeVersion="27" ma:contentTypeDescription="Create a new document." ma:contentTypeScope="" ma:versionID="c6f9a84f66a9c8b9a21755b9ffafb945">
  <xsd:schema xmlns:xsd="http://www.w3.org/2001/XMLSchema" xmlns:xs="http://www.w3.org/2001/XMLSchema" xmlns:p="http://schemas.microsoft.com/office/2006/metadata/properties" xmlns:ns1="http://schemas.microsoft.com/sharepoint/v3" xmlns:ns2="71af3243-3dd4-4a8d-8c0d-dd76da1f02a5" xmlns:ns3="16c05727-aa75-4e4a-9b5f-8a80a1165891" xmlns:ns4="230e9df3-be65-4c73-a93b-d1236ebd677e" targetNamespace="http://schemas.microsoft.com/office/2006/metadata/properties" ma:root="true" ma:fieldsID="27df39e3e7036dff54f89ddd5805ce72" ns1:_="" ns2:_="" ns3:_="" ns4:_="">
    <xsd:import namespace="http://schemas.microsoft.com/sharepoint/v3"/>
    <xsd:import namespace="71af3243-3dd4-4a8d-8c0d-dd76da1f02a5"/>
    <xsd:import namespace="16c05727-aa75-4e4a-9b5f-8a80a1165891"/>
    <xsd:import namespace="230e9df3-be65-4c73-a93b-d1236ebd677e"/>
    <xsd:element name="properties">
      <xsd:complexType>
        <xsd:sequence>
          <xsd:element name="documentManagement">
            <xsd:complexType>
              <xsd:all>
                <xsd:element ref="ns2:Status" minOccurs="0"/>
                <xsd:element ref="ns2:Image" minOccurs="0"/>
                <xsd:element ref="ns2:MediaServiceMetadata" minOccurs="0"/>
                <xsd:element ref="ns2:MediaServiceFastMetadata" minOccurs="0"/>
                <xsd:element ref="ns2:MediaServiceOCR" minOccurs="0"/>
                <xsd:element ref="ns2:MediaServiceAutoTags" minOccurs="0"/>
                <xsd:element ref="ns2:MediaServiceEventHashCode" minOccurs="0"/>
                <xsd:element ref="ns2:MediaServiceGenerationTime" minOccurs="0"/>
                <xsd:element ref="ns3:SharedWithUsers" minOccurs="0"/>
                <xsd:element ref="ns3:SharedWithDetails" minOccurs="0"/>
                <xsd:element ref="ns2:MediaServiceAutoKeyPoints" minOccurs="0"/>
                <xsd:element ref="ns2:MediaServiceKeyPoints" minOccurs="0"/>
                <xsd:element ref="ns2:MediaServiceDateTaken" minOccurs="0"/>
                <xsd:element ref="ns1:_ip_UnifiedCompliancePolicyProperties" minOccurs="0"/>
                <xsd:element ref="ns1:_ip_UnifiedCompliancePolicyUIAction" minOccurs="0"/>
                <xsd:element ref="ns4:TaxCatchAll" minOccurs="0"/>
                <xsd:element ref="ns2:ImageTagsTaxHTField" minOccurs="0"/>
                <xsd:element ref="ns2:MediaServiceLocation" minOccurs="0"/>
                <xsd:element ref="ns2:MediaLengthInSeconds" minOccurs="0"/>
                <xsd:element ref="ns2:Background" minOccurs="0"/>
                <xsd:element ref="ns2:MediaServiceSearchProperties" minOccurs="0"/>
                <xsd:element ref="ns2:MediaServiceDocTags" minOccurs="0"/>
                <xsd:element ref="ns2:MediaServiceObjectDetectorVersion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http://schemas.microsoft.com/sharepoint/v3" elementFormDefault="qualified">
    <xsd:import namespace="http://schemas.microsoft.com/office/2006/documentManagement/types"/>
    <xsd:import namespace="http://schemas.microsoft.com/office/infopath/2007/PartnerControls"/>
    <xsd:element name="_ip_UnifiedCompliancePolicyProperties" ma:index="20" nillable="true" ma:displayName="Unified Compliance Policy Properties" ma:hidden="true" ma:internalName="_ip_UnifiedCompliancePolicyProperties" ma:readOnly="false">
      <xsd:simpleType>
        <xsd:restriction base="dms:Note"/>
      </xsd:simpleType>
    </xsd:element>
    <xsd:element name="_ip_UnifiedCompliancePolicyUIAction" ma:index="21" nillable="true" ma:displayName="Unified Compliance Policy UI Action" ma:hidden="true" ma:internalName="_ip_UnifiedCompliancePolicyUIAction" ma:readOnly="false">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71af3243-3dd4-4a8d-8c0d-dd76da1f02a5" elementFormDefault="qualified">
    <xsd:import namespace="http://schemas.microsoft.com/office/2006/documentManagement/types"/>
    <xsd:import namespace="http://schemas.microsoft.com/office/infopath/2007/PartnerControls"/>
    <xsd:element name="Status" ma:index="2" nillable="true" ma:displayName="Status" ma:default="Not started" ma:format="Dropdown" ma:internalName="Status" ma:readOnly="false">
      <xsd:simpleType>
        <xsd:restriction base="dms:Choice">
          <xsd:enumeration value="Not started"/>
          <xsd:enumeration value="In Progress"/>
          <xsd:enumeration value="Completed"/>
        </xsd:restriction>
      </xsd:simpleType>
    </xsd:element>
    <xsd:element name="Image" ma:index="3" nillable="true" ma:displayName="Image" ma:format="Image" ma:internalName="Image" ma:readOnly="false">
      <xsd:complexType>
        <xsd:complexContent>
          <xsd:extension base="dms:URL">
            <xsd:sequence>
              <xsd:element name="Url" type="dms:ValidUrl" minOccurs="0" nillable="true"/>
              <xsd:element name="Description" type="xsd:string" nillable="true"/>
            </xsd:sequence>
          </xsd:extension>
        </xsd:complexContent>
      </xsd:complexType>
    </xsd:element>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OCR" ma:index="10" nillable="true" ma:displayName="MediaServiceOCR" ma:hidden="true" ma:internalName="MediaServiceOCR" ma:readOnly="true">
      <xsd:simpleType>
        <xsd:restriction base="dms:Note"/>
      </xsd:simpleType>
    </xsd:element>
    <xsd:element name="MediaServiceAutoTags" ma:index="11" nillable="true" ma:displayName="MediaServiceAutoTags" ma:hidden="true" ma:internalName="MediaServiceAutoTags" ma:readOnly="true">
      <xsd:simpleType>
        <xsd:restriction base="dms:Text"/>
      </xsd:simpleType>
    </xsd:element>
    <xsd:element name="MediaServiceEventHashCode" ma:index="12" nillable="true" ma:displayName="MediaServiceEventHashCode" ma:hidden="true" ma:internalName="MediaServiceEventHashCode" ma:readOnly="true">
      <xsd:simpleType>
        <xsd:restriction base="dms:Text"/>
      </xsd:simpleType>
    </xsd:element>
    <xsd:element name="MediaServiceGenerationTime" ma:index="13" nillable="true" ma:displayName="MediaServiceGenerationTime" ma:hidden="true" ma:internalName="MediaServiceGenerationTime" ma:readOnly="true">
      <xsd:simpleType>
        <xsd:restriction base="dms:Text"/>
      </xsd:simpleType>
    </xsd:element>
    <xsd:element name="MediaServiceAutoKeyPoints" ma:index="16" nillable="true" ma:displayName="MediaServiceAutoKeyPoints" ma:hidden="true" ma:internalName="MediaServiceAutoKeyPoints" ma:readOnly="true">
      <xsd:simpleType>
        <xsd:restriction base="dms:Note"/>
      </xsd:simpleType>
    </xsd:element>
    <xsd:element name="MediaServiceKeyPoints" ma:index="17" nillable="true" ma:displayName="KeyPoints" ma:hidden="true" ma:internalName="MediaServiceKeyPoints" ma:readOnly="false">
      <xsd:simpleType>
        <xsd:restriction base="dms:Note"/>
      </xsd:simpleType>
    </xsd:element>
    <xsd:element name="MediaServiceDateTaken" ma:index="18" nillable="true" ma:displayName="MediaServiceDateTaken" ma:hidden="true" ma:internalName="MediaServiceDateTaken" ma:readOnly="true">
      <xsd:simpleType>
        <xsd:restriction base="dms:Text"/>
      </xsd:simpleType>
    </xsd:element>
    <xsd:element name="ImageTagsTaxHTField" ma:index="25" nillable="true" ma:taxonomy="true" ma:internalName="ImageTagsTaxHTField" ma:taxonomyFieldName="MediaServiceImageTags" ma:displayName="Image Tags" ma:readOnly="false" ma:fieldId="{5cf76f15-5ced-4ddc-b409-7134ff3c332f}" ma:taxonomyMulti="true" ma:sspId="e385fb40-52d4-4fae-9c5b-3e8ff8a5878e" ma:termSetId="09814cd3-568e-fe90-9814-8d621ff8fb84" ma:anchorId="fba54fb3-c3e1-fe81-a776-ca4b69148c4d" ma:open="true" ma:isKeyword="false">
      <xsd:complexType>
        <xsd:sequence>
          <xsd:element ref="pc:Terms" minOccurs="0" maxOccurs="1"/>
        </xsd:sequence>
      </xsd:complexType>
    </xsd:element>
    <xsd:element name="MediaServiceLocation" ma:index="26" nillable="true" ma:displayName="Location" ma:hidden="true" ma:internalName="MediaServiceLocation" ma:readOnly="true">
      <xsd:simpleType>
        <xsd:restriction base="dms:Text"/>
      </xsd:simpleType>
    </xsd:element>
    <xsd:element name="MediaLengthInSeconds" ma:index="27" nillable="true" ma:displayName="MediaLengthInSeconds" ma:hidden="true" ma:internalName="MediaLengthInSeconds" ma:readOnly="true">
      <xsd:simpleType>
        <xsd:restriction base="dms:Unknown"/>
      </xsd:simpleType>
    </xsd:element>
    <xsd:element name="Background" ma:index="28" nillable="true" ma:displayName="Background" ma:default="0" ma:format="Dropdown" ma:internalName="Background">
      <xsd:simpleType>
        <xsd:restriction base="dms:Boolean"/>
      </xsd:simpleType>
    </xsd:element>
    <xsd:element name="MediaServiceSearchProperties" ma:index="29" nillable="true" ma:displayName="MediaServiceSearchProperties" ma:hidden="true" ma:internalName="MediaServiceSearchProperties" ma:readOnly="true">
      <xsd:simpleType>
        <xsd:restriction base="dms:Note"/>
      </xsd:simpleType>
    </xsd:element>
    <xsd:element name="MediaServiceDocTags" ma:index="30" nillable="true" ma:displayName="MediaServiceDocTags" ma:hidden="true" ma:internalName="MediaServiceDocTags" ma:readOnly="true">
      <xsd:simpleType>
        <xsd:restriction base="dms:Note"/>
      </xsd:simpleType>
    </xsd:element>
    <xsd:element name="MediaServiceObjectDetectorVersions" ma:index="31" nillable="true" ma:displayName="MediaServiceObjectDetectorVersions" ma:description="" ma:hidden="true" ma:indexed="true" ma:internalName="MediaServiceObjectDetectorVersions" ma:readOnly="true">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16c05727-aa75-4e4a-9b5f-8a80a1165891" elementFormDefault="qualified">
    <xsd:import namespace="http://schemas.microsoft.com/office/2006/documentManagement/types"/>
    <xsd:import namespace="http://schemas.microsoft.com/office/infopath/2007/PartnerControls"/>
    <xsd:element name="SharedWithUsers" ma:index="14" nillable="true" ma:displayName="Shared With" ma:hidden="true"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5" nillable="true" ma:displayName="Shared With Details" ma:hidden="true" ma:internalName="SharedWithDetails" ma:readOnly="true">
      <xsd:simpleType>
        <xsd:restriction base="dms:Note"/>
      </xsd:simpleType>
    </xsd:element>
  </xsd:schema>
  <xsd:schema xmlns:xsd="http://www.w3.org/2001/XMLSchema" xmlns:xs="http://www.w3.org/2001/XMLSchema" xmlns:dms="http://schemas.microsoft.com/office/2006/documentManagement/types" xmlns:pc="http://schemas.microsoft.com/office/infopath/2007/PartnerControls" targetNamespace="230e9df3-be65-4c73-a93b-d1236ebd677e" elementFormDefault="qualified">
    <xsd:import namespace="http://schemas.microsoft.com/office/2006/documentManagement/types"/>
    <xsd:import namespace="http://schemas.microsoft.com/office/infopath/2007/PartnerControls"/>
    <xsd:element name="TaxCatchAll" ma:index="23" nillable="true" ma:displayName="Taxonomy Catch All Column" ma:hidden="true" ma:list="{3f6bfcbc-3db3-4ae6-bd76-326f0798ad28}" ma:internalName="TaxCatchAll" ma:readOnly="false" ma:showField="CatchAllData" ma:web="16c05727-aa75-4e4a-9b5f-8a80a1165891">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displayName="Content Type"/>
        <xsd:element ref="dc:title" minOccurs="0" maxOccurs="1" ma:index="1"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p:properties xmlns:p="http://schemas.microsoft.com/office/2006/metadata/properties" xmlns:xsi="http://www.w3.org/2001/XMLSchema-instance" xmlns:pc="http://schemas.microsoft.com/office/infopath/2007/PartnerControls">
  <documentManagement>
    <_ip_UnifiedCompliancePolicyUIAction xmlns="http://schemas.microsoft.com/sharepoint/v3" xsi:nil="true"/>
    <Image xmlns="71af3243-3dd4-4a8d-8c0d-dd76da1f02a5">
      <Url xsi:nil="true"/>
      <Description xsi:nil="true"/>
    </Image>
    <Status xmlns="71af3243-3dd4-4a8d-8c0d-dd76da1f02a5">Not started</Status>
    <Background xmlns="71af3243-3dd4-4a8d-8c0d-dd76da1f02a5">false</Background>
    <_ip_UnifiedCompliancePolicyProperties xmlns="http://schemas.microsoft.com/sharepoint/v3" xsi:nil="true"/>
    <ImageTagsTaxHTField xmlns="71af3243-3dd4-4a8d-8c0d-dd76da1f02a5">
      <Terms xmlns="http://schemas.microsoft.com/office/infopath/2007/PartnerControls"/>
    </ImageTagsTaxHTField>
    <TaxCatchAll xmlns="230e9df3-be65-4c73-a93b-d1236ebd677e" xsi:nil="true"/>
    <MediaServiceKeyPoints xmlns="71af3243-3dd4-4a8d-8c0d-dd76da1f02a5" xsi:nil="true"/>
  </documentManagement>
</p:properties>
</file>

<file path=customXml/item3.xml><?xml version="1.0" encoding="utf-8"?>
<?mso-contentType ?>
<FormTemplates xmlns="http://schemas.microsoft.com/sharepoint/v3/contenttype/forms">
  <Display>DocumentLibraryForm</Display>
  <Edit>DocumentLibraryForm</Edit>
  <New>DocumentLibraryForm</New>
</FormTemplates>
</file>

<file path=customXml/itemProps1.xml><?xml version="1.0" encoding="utf-8"?>
<ds:datastoreItem xmlns:ds="http://schemas.openxmlformats.org/officeDocument/2006/customXml" ds:itemID="{E0CDEC42-496C-4380-AC07-73E97C678855}">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http://schemas.microsoft.com/sharepoint/v3"/>
    <ds:schemaRef ds:uri="71af3243-3dd4-4a8d-8c0d-dd76da1f02a5"/>
    <ds:schemaRef ds:uri="16c05727-aa75-4e4a-9b5f-8a80a1165891"/>
    <ds:schemaRef ds:uri="230e9df3-be65-4c73-a93b-d1236ebd677e"/>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2.xml><?xml version="1.0" encoding="utf-8"?>
<ds:datastoreItem xmlns:ds="http://schemas.openxmlformats.org/officeDocument/2006/customXml" ds:itemID="{4A5619AA-2BEA-4051-A87B-B907D5106A52}">
  <ds:schemaRefs>
    <ds:schemaRef ds:uri="http://schemas.microsoft.com/office/2006/metadata/properties"/>
    <ds:schemaRef ds:uri="http://schemas.microsoft.com/office/infopath/2007/PartnerControls"/>
    <ds:schemaRef ds:uri="http://schemas.microsoft.com/sharepoint/v3"/>
    <ds:schemaRef ds:uri="71af3243-3dd4-4a8d-8c0d-dd76da1f02a5"/>
    <ds:schemaRef ds:uri="230e9df3-be65-4c73-a93b-d1236ebd677e"/>
  </ds:schemaRefs>
</ds:datastoreItem>
</file>

<file path=customXml/itemProps3.xml><?xml version="1.0" encoding="utf-8"?>
<ds:datastoreItem xmlns:ds="http://schemas.openxmlformats.org/officeDocument/2006/customXml" ds:itemID="{95D5E752-B2F1-4657-A117-C693330BA229}">
  <ds:schemaRefs>
    <ds:schemaRef ds:uri="http://schemas.microsoft.com/sharepoint/v3/contenttype/forms"/>
  </ds:schemaRefs>
</ds:datastoreItem>
</file>

<file path=docMetadata/LabelInfo.xml><?xml version="1.0" encoding="utf-8"?>
<clbl:labelList xmlns:clbl="http://schemas.microsoft.com/office/2020/mipLabelMetadata"/>
</file>

<file path=docProps/app.xml><?xml version="1.0" encoding="utf-8"?>
<Properties xmlns="http://schemas.openxmlformats.org/officeDocument/2006/extended-properties" xmlns:vt="http://schemas.openxmlformats.org/officeDocument/2006/docPropsVTypes">
  <Template>Recipe book</Template>
  <TotalTime>251</TotalTime>
  <Words>942</Words>
  <Application>Microsoft Office PowerPoint</Application>
  <PresentationFormat>Widescreen</PresentationFormat>
  <Paragraphs>63</Paragraphs>
  <Slides>7</Slides>
  <Notes>1</Notes>
  <HiddenSlides>0</HiddenSlides>
  <MMClips>0</MMClips>
  <ScaleCrop>false</ScaleCrop>
  <HeadingPairs>
    <vt:vector size="6" baseType="variant">
      <vt:variant>
        <vt:lpstr>Fonts Used</vt:lpstr>
      </vt:variant>
      <vt:variant>
        <vt:i4>11</vt:i4>
      </vt:variant>
      <vt:variant>
        <vt:lpstr>Theme</vt:lpstr>
      </vt:variant>
      <vt:variant>
        <vt:i4>1</vt:i4>
      </vt:variant>
      <vt:variant>
        <vt:lpstr>Slide Titles</vt:lpstr>
      </vt:variant>
      <vt:variant>
        <vt:i4>7</vt:i4>
      </vt:variant>
    </vt:vector>
  </HeadingPairs>
  <TitlesOfParts>
    <vt:vector size="19" baseType="lpstr">
      <vt:lpstr>Aptos</vt:lpstr>
      <vt:lpstr>Aptos Display</vt:lpstr>
      <vt:lpstr>Arial</vt:lpstr>
      <vt:lpstr>Arial Black</vt:lpstr>
      <vt:lpstr>Arial Narrow</vt:lpstr>
      <vt:lpstr>Avenir Next LT Pro</vt:lpstr>
      <vt:lpstr>Calibri</vt:lpstr>
      <vt:lpstr>Franklin Gothic Book</vt:lpstr>
      <vt:lpstr>Franklin Gothic Medium</vt:lpstr>
      <vt:lpstr>Symbol</vt:lpstr>
      <vt:lpstr>Times New Roman</vt:lpstr>
      <vt:lpstr>Recipe Book</vt:lpstr>
      <vt:lpstr>PowerPoint Presentation</vt:lpstr>
      <vt:lpstr>Introduction</vt:lpstr>
      <vt:lpstr>PROBLEM STATEMENT</vt:lpstr>
      <vt:lpstr>OBJECTIVES</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Liberty Nelson</dc:creator>
  <cp:lastModifiedBy>GENERAL WAKANDA</cp:lastModifiedBy>
  <cp:revision>4</cp:revision>
  <dcterms:created xsi:type="dcterms:W3CDTF">2026-03-23T11:51:53Z</dcterms:created>
  <dcterms:modified xsi:type="dcterms:W3CDTF">2026-03-30T05:39:43Z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0x01010079F111ED35F8CC479449609E8A0923A6</vt:lpwstr>
  </property>
</Properties>
</file>